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48" r:id="rId2"/>
  </p:sldMasterIdLst>
  <p:notesMasterIdLst>
    <p:notesMasterId r:id="rId65"/>
  </p:notesMasterIdLst>
  <p:sldIdLst>
    <p:sldId id="257" r:id="rId3"/>
    <p:sldId id="258" r:id="rId4"/>
    <p:sldId id="298" r:id="rId5"/>
    <p:sldId id="299" r:id="rId6"/>
    <p:sldId id="259" r:id="rId7"/>
    <p:sldId id="296" r:id="rId8"/>
    <p:sldId id="260" r:id="rId9"/>
    <p:sldId id="261" r:id="rId10"/>
    <p:sldId id="291" r:id="rId11"/>
    <p:sldId id="292" r:id="rId12"/>
    <p:sldId id="295" r:id="rId13"/>
    <p:sldId id="293" r:id="rId14"/>
    <p:sldId id="294" r:id="rId15"/>
    <p:sldId id="287" r:id="rId16"/>
    <p:sldId id="288" r:id="rId17"/>
    <p:sldId id="289" r:id="rId18"/>
    <p:sldId id="290" r:id="rId19"/>
    <p:sldId id="262" r:id="rId20"/>
    <p:sldId id="263" r:id="rId21"/>
    <p:sldId id="301" r:id="rId22"/>
    <p:sldId id="302" r:id="rId23"/>
    <p:sldId id="303" r:id="rId24"/>
    <p:sldId id="304" r:id="rId25"/>
    <p:sldId id="307" r:id="rId26"/>
    <p:sldId id="306" r:id="rId27"/>
    <p:sldId id="309" r:id="rId28"/>
    <p:sldId id="269" r:id="rId29"/>
    <p:sldId id="270" r:id="rId30"/>
    <p:sldId id="319" r:id="rId31"/>
    <p:sldId id="320" r:id="rId32"/>
    <p:sldId id="322" r:id="rId33"/>
    <p:sldId id="323" r:id="rId34"/>
    <p:sldId id="324" r:id="rId35"/>
    <p:sldId id="325" r:id="rId36"/>
    <p:sldId id="326" r:id="rId37"/>
    <p:sldId id="327" r:id="rId38"/>
    <p:sldId id="312" r:id="rId39"/>
    <p:sldId id="310" r:id="rId40"/>
    <p:sldId id="311" r:id="rId41"/>
    <p:sldId id="313" r:id="rId42"/>
    <p:sldId id="331" r:id="rId43"/>
    <p:sldId id="314" r:id="rId44"/>
    <p:sldId id="315" r:id="rId45"/>
    <p:sldId id="316" r:id="rId46"/>
    <p:sldId id="317" r:id="rId47"/>
    <p:sldId id="318" r:id="rId48"/>
    <p:sldId id="328" r:id="rId49"/>
    <p:sldId id="279" r:id="rId50"/>
    <p:sldId id="280" r:id="rId51"/>
    <p:sldId id="329" r:id="rId52"/>
    <p:sldId id="330" r:id="rId53"/>
    <p:sldId id="283" r:id="rId54"/>
    <p:sldId id="333" r:id="rId55"/>
    <p:sldId id="354" r:id="rId56"/>
    <p:sldId id="355" r:id="rId57"/>
    <p:sldId id="356" r:id="rId58"/>
    <p:sldId id="358" r:id="rId59"/>
    <p:sldId id="359" r:id="rId60"/>
    <p:sldId id="360" r:id="rId61"/>
    <p:sldId id="361" r:id="rId62"/>
    <p:sldId id="362" r:id="rId63"/>
    <p:sldId id="363"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B66B0E-8193-D55B-467B-FC9CBD04EEA2}" v="3" dt="2026-05-18T16:33:00.0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heme" Target="theme/theme1.xml"/><Relationship Id="rId7" Type="http://schemas.openxmlformats.org/officeDocument/2006/relationships/slide" Target="slides/slide5.xml"/><Relationship Id="rId71"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r Pooja" userId="S::2874624@tcs.com::2cd7ae8d-6b1b-4271-89ff-053fa8fc3aec" providerId="AD" clId="Web-{7EB66B0E-8193-D55B-467B-FC9CBD04EEA2}"/>
    <pc:docChg chg="modSld">
      <pc:chgData name="Vr Pooja" userId="S::2874624@tcs.com::2cd7ae8d-6b1b-4271-89ff-053fa8fc3aec" providerId="AD" clId="Web-{7EB66B0E-8193-D55B-467B-FC9CBD04EEA2}" dt="2026-05-18T16:33:00.044" v="2" actId="20577"/>
      <pc:docMkLst>
        <pc:docMk/>
      </pc:docMkLst>
      <pc:sldChg chg="modSp">
        <pc:chgData name="Vr Pooja" userId="S::2874624@tcs.com::2cd7ae8d-6b1b-4271-89ff-053fa8fc3aec" providerId="AD" clId="Web-{7EB66B0E-8193-D55B-467B-FC9CBD04EEA2}" dt="2026-05-18T16:33:00.044" v="2" actId="20577"/>
        <pc:sldMkLst>
          <pc:docMk/>
          <pc:sldMk cId="1955354048" sldId="331"/>
        </pc:sldMkLst>
        <pc:spChg chg="mod">
          <ac:chgData name="Vr Pooja" userId="S::2874624@tcs.com::2cd7ae8d-6b1b-4271-89ff-053fa8fc3aec" providerId="AD" clId="Web-{7EB66B0E-8193-D55B-467B-FC9CBD04EEA2}" dt="2026-05-18T16:33:00.044" v="2" actId="20577"/>
          <ac:spMkLst>
            <pc:docMk/>
            <pc:sldMk cId="1955354048" sldId="331"/>
            <ac:spMk id="16386" creationId="{765FED4D-F8CD-6030-D7D9-1028E482D57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703F02-2294-4134-ADCA-16A8A90C6449}" type="datetimeFigureOut">
              <a:t>5/18/2026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9F6E37-B067-401E-97D3-425A1CBFDE4E}" type="slidenum">
              <a:t>‹#›</a:t>
            </a:fld>
            <a:endParaRPr lang="en-US"/>
          </a:p>
        </p:txBody>
      </p:sp>
    </p:spTree>
    <p:extLst>
      <p:ext uri="{BB962C8B-B14F-4D97-AF65-F5344CB8AC3E}">
        <p14:creationId xmlns:p14="http://schemas.microsoft.com/office/powerpoint/2010/main" val="3762798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F8B0D65F-3383-AA70-AAE3-052B32D7E4A6}"/>
              </a:ext>
            </a:extLst>
          </p:cNvPr>
          <p:cNvSpPr>
            <a:spLocks noGrp="1" noChangeArrowheads="1"/>
          </p:cNvSpPr>
          <p:nvPr>
            <p:ph type="sldNum"/>
          </p:nvPr>
        </p:nvSpPr>
        <p:spPr>
          <a:ln/>
        </p:spPr>
        <p:txBody>
          <a:bodyPr/>
          <a:lstStyle/>
          <a:p>
            <a:fld id="{38A7F332-6E88-4DB7-95DC-F1EEDE4A0A01}" type="slidenum">
              <a:rPr lang="en-US" altLang="en-US"/>
              <a:pPr/>
              <a:t>1</a:t>
            </a:fld>
            <a:endParaRPr lang="en-US" altLang="en-US"/>
          </a:p>
        </p:txBody>
      </p:sp>
      <p:sp>
        <p:nvSpPr>
          <p:cNvPr id="35841" name="Text Box 1">
            <a:extLst>
              <a:ext uri="{FF2B5EF4-FFF2-40B4-BE49-F238E27FC236}">
                <a16:creationId xmlns:a16="http://schemas.microsoft.com/office/drawing/2014/main" id="{0DA7A36F-B3F1-17AE-41DD-F37DF8A26303}"/>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9pPr>
          </a:lstStyle>
          <a:p>
            <a:pPr algn="r">
              <a:buClrTx/>
              <a:buFontTx/>
              <a:buNone/>
            </a:pPr>
            <a:fld id="{1C2069BB-8BC2-4BD9-8E54-CECEA0820D91}" type="slidenum">
              <a:rPr lang="en-US" altLang="en-US" sz="1200"/>
              <a:pPr algn="r">
                <a:buClrTx/>
                <a:buFontTx/>
                <a:buNone/>
              </a:pPr>
              <a:t>1</a:t>
            </a:fld>
            <a:endParaRPr lang="en-US" altLang="en-US" sz="1200"/>
          </a:p>
        </p:txBody>
      </p:sp>
      <p:sp>
        <p:nvSpPr>
          <p:cNvPr id="35842" name="Rectangle 2">
            <a:extLst>
              <a:ext uri="{FF2B5EF4-FFF2-40B4-BE49-F238E27FC236}">
                <a16:creationId xmlns:a16="http://schemas.microsoft.com/office/drawing/2014/main" id="{71AE15CC-59BF-62B0-A487-7935D874D49B}"/>
              </a:ext>
            </a:extLst>
          </p:cNvPr>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843" name="Rectangle 3">
            <a:extLst>
              <a:ext uri="{FF2B5EF4-FFF2-40B4-BE49-F238E27FC236}">
                <a16:creationId xmlns:a16="http://schemas.microsoft.com/office/drawing/2014/main" id="{A1F990C9-ABA9-2F7D-093D-2EC5E4DC8174}"/>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3E4498E1-68B0-48CB-D353-A67EC7B7511A}"/>
              </a:ext>
            </a:extLst>
          </p:cNvPr>
          <p:cNvSpPr>
            <a:spLocks noGrp="1" noChangeArrowheads="1"/>
          </p:cNvSpPr>
          <p:nvPr>
            <p:ph type="sldNum"/>
          </p:nvPr>
        </p:nvSpPr>
        <p:spPr>
          <a:ln/>
        </p:spPr>
        <p:txBody>
          <a:bodyPr/>
          <a:lstStyle/>
          <a:p>
            <a:fld id="{73D29E18-58D8-442C-B1D7-4ECDE416F86A}" type="slidenum">
              <a:rPr lang="en-US" altLang="en-US"/>
              <a:pPr/>
              <a:t>2</a:t>
            </a:fld>
            <a:endParaRPr lang="en-US" altLang="en-US"/>
          </a:p>
        </p:txBody>
      </p:sp>
      <p:sp>
        <p:nvSpPr>
          <p:cNvPr id="36865" name="Rectangle 1">
            <a:extLst>
              <a:ext uri="{FF2B5EF4-FFF2-40B4-BE49-F238E27FC236}">
                <a16:creationId xmlns:a16="http://schemas.microsoft.com/office/drawing/2014/main" id="{1BB2113D-6834-A942-E890-843171878951}"/>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6" name="Rectangle 2">
            <a:extLst>
              <a:ext uri="{FF2B5EF4-FFF2-40B4-BE49-F238E27FC236}">
                <a16:creationId xmlns:a16="http://schemas.microsoft.com/office/drawing/2014/main" id="{1CEB98C1-F459-6513-A968-9692E6ABE87C}"/>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3E4498E1-68B0-48CB-D353-A67EC7B7511A}"/>
              </a:ext>
            </a:extLst>
          </p:cNvPr>
          <p:cNvSpPr>
            <a:spLocks noGrp="1" noChangeArrowheads="1"/>
          </p:cNvSpPr>
          <p:nvPr>
            <p:ph type="sldNum"/>
          </p:nvPr>
        </p:nvSpPr>
        <p:spPr>
          <a:ln/>
        </p:spPr>
        <p:txBody>
          <a:bodyPr/>
          <a:lstStyle/>
          <a:p>
            <a:fld id="{73D29E18-58D8-442C-B1D7-4ECDE416F86A}" type="slidenum">
              <a:rPr lang="en-US" altLang="en-US"/>
              <a:pPr/>
              <a:t>3</a:t>
            </a:fld>
            <a:endParaRPr lang="en-US" altLang="en-US"/>
          </a:p>
        </p:txBody>
      </p:sp>
      <p:sp>
        <p:nvSpPr>
          <p:cNvPr id="36865" name="Rectangle 1">
            <a:extLst>
              <a:ext uri="{FF2B5EF4-FFF2-40B4-BE49-F238E27FC236}">
                <a16:creationId xmlns:a16="http://schemas.microsoft.com/office/drawing/2014/main" id="{1BB2113D-6834-A942-E890-843171878951}"/>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6" name="Rectangle 2">
            <a:extLst>
              <a:ext uri="{FF2B5EF4-FFF2-40B4-BE49-F238E27FC236}">
                <a16:creationId xmlns:a16="http://schemas.microsoft.com/office/drawing/2014/main" id="{1CEB98C1-F459-6513-A968-9692E6ABE87C}"/>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014475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3E4498E1-68B0-48CB-D353-A67EC7B7511A}"/>
              </a:ext>
            </a:extLst>
          </p:cNvPr>
          <p:cNvSpPr>
            <a:spLocks noGrp="1" noChangeArrowheads="1"/>
          </p:cNvSpPr>
          <p:nvPr>
            <p:ph type="sldNum"/>
          </p:nvPr>
        </p:nvSpPr>
        <p:spPr>
          <a:ln/>
        </p:spPr>
        <p:txBody>
          <a:bodyPr/>
          <a:lstStyle/>
          <a:p>
            <a:fld id="{73D29E18-58D8-442C-B1D7-4ECDE416F86A}" type="slidenum">
              <a:rPr lang="en-US" altLang="en-US"/>
              <a:pPr/>
              <a:t>4</a:t>
            </a:fld>
            <a:endParaRPr lang="en-US" altLang="en-US"/>
          </a:p>
        </p:txBody>
      </p:sp>
      <p:sp>
        <p:nvSpPr>
          <p:cNvPr id="36865" name="Rectangle 1">
            <a:extLst>
              <a:ext uri="{FF2B5EF4-FFF2-40B4-BE49-F238E27FC236}">
                <a16:creationId xmlns:a16="http://schemas.microsoft.com/office/drawing/2014/main" id="{1BB2113D-6834-A942-E890-843171878951}"/>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6" name="Rectangle 2">
            <a:extLst>
              <a:ext uri="{FF2B5EF4-FFF2-40B4-BE49-F238E27FC236}">
                <a16:creationId xmlns:a16="http://schemas.microsoft.com/office/drawing/2014/main" id="{1CEB98C1-F459-6513-A968-9692E6ABE87C}"/>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3236520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695FA6DC-DA05-F388-6AB4-16162DC80EFB}"/>
              </a:ext>
            </a:extLst>
          </p:cNvPr>
          <p:cNvSpPr>
            <a:spLocks noGrp="1" noChangeArrowheads="1"/>
          </p:cNvSpPr>
          <p:nvPr>
            <p:ph type="sldNum"/>
          </p:nvPr>
        </p:nvSpPr>
        <p:spPr>
          <a:ln/>
        </p:spPr>
        <p:txBody>
          <a:bodyPr/>
          <a:lstStyle/>
          <a:p>
            <a:fld id="{1AD9E133-A87E-4497-90AD-14EB6E0673C9}" type="slidenum">
              <a:rPr lang="en-US" altLang="en-US"/>
              <a:pPr/>
              <a:t>5</a:t>
            </a:fld>
            <a:endParaRPr lang="en-US" altLang="en-US"/>
          </a:p>
        </p:txBody>
      </p:sp>
      <p:sp>
        <p:nvSpPr>
          <p:cNvPr id="37889" name="Rectangle 1">
            <a:extLst>
              <a:ext uri="{FF2B5EF4-FFF2-40B4-BE49-F238E27FC236}">
                <a16:creationId xmlns:a16="http://schemas.microsoft.com/office/drawing/2014/main" id="{FAE11E89-3AE7-0234-F4D6-EBF8DAA3ABBF}"/>
              </a:ext>
            </a:extLst>
          </p:cNvPr>
          <p:cNvSpPr txBox="1">
            <a:spLocks noGrp="1" noRot="1" noChangeAspect="1" noChangeArrowheads="1"/>
          </p:cNvSpPr>
          <p:nvPr>
            <p:ph type="sldImg"/>
          </p:nvPr>
        </p:nvSpPr>
        <p:spPr bwMode="auto">
          <a:xfrm>
            <a:off x="387350" y="685800"/>
            <a:ext cx="6067425" cy="34131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890" name="Rectangle 2">
            <a:extLst>
              <a:ext uri="{FF2B5EF4-FFF2-40B4-BE49-F238E27FC236}">
                <a16:creationId xmlns:a16="http://schemas.microsoft.com/office/drawing/2014/main" id="{927EE526-341B-309A-344E-F846AB47BB81}"/>
              </a:ext>
            </a:extLst>
          </p:cNvPr>
          <p:cNvSpPr txBox="1">
            <a:spLocks noGrp="1" noChangeArrowheads="1"/>
          </p:cNvSpPr>
          <p:nvPr>
            <p:ph type="body" idx="1"/>
          </p:nvPr>
        </p:nvSpPr>
        <p:spPr bwMode="auto">
          <a:xfrm>
            <a:off x="685800" y="4343400"/>
            <a:ext cx="5470525" cy="40989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695FA6DC-DA05-F388-6AB4-16162DC80EFB}"/>
              </a:ext>
            </a:extLst>
          </p:cNvPr>
          <p:cNvSpPr>
            <a:spLocks noGrp="1" noChangeArrowheads="1"/>
          </p:cNvSpPr>
          <p:nvPr>
            <p:ph type="sldNum"/>
          </p:nvPr>
        </p:nvSpPr>
        <p:spPr>
          <a:ln/>
        </p:spPr>
        <p:txBody>
          <a:bodyPr/>
          <a:lstStyle/>
          <a:p>
            <a:fld id="{1AD9E133-A87E-4497-90AD-14EB6E0673C9}" type="slidenum">
              <a:rPr lang="en-US" altLang="en-US"/>
              <a:pPr/>
              <a:t>6</a:t>
            </a:fld>
            <a:endParaRPr lang="en-US" altLang="en-US"/>
          </a:p>
        </p:txBody>
      </p:sp>
      <p:sp>
        <p:nvSpPr>
          <p:cNvPr id="37889" name="Rectangle 1">
            <a:extLst>
              <a:ext uri="{FF2B5EF4-FFF2-40B4-BE49-F238E27FC236}">
                <a16:creationId xmlns:a16="http://schemas.microsoft.com/office/drawing/2014/main" id="{FAE11E89-3AE7-0234-F4D6-EBF8DAA3ABBF}"/>
              </a:ext>
            </a:extLst>
          </p:cNvPr>
          <p:cNvSpPr txBox="1">
            <a:spLocks noGrp="1" noRot="1" noChangeAspect="1" noChangeArrowheads="1"/>
          </p:cNvSpPr>
          <p:nvPr>
            <p:ph type="sldImg"/>
          </p:nvPr>
        </p:nvSpPr>
        <p:spPr bwMode="auto">
          <a:xfrm>
            <a:off x="387350" y="685800"/>
            <a:ext cx="6067425" cy="34131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890" name="Rectangle 2">
            <a:extLst>
              <a:ext uri="{FF2B5EF4-FFF2-40B4-BE49-F238E27FC236}">
                <a16:creationId xmlns:a16="http://schemas.microsoft.com/office/drawing/2014/main" id="{927EE526-341B-309A-344E-F846AB47BB81}"/>
              </a:ext>
            </a:extLst>
          </p:cNvPr>
          <p:cNvSpPr txBox="1">
            <a:spLocks noGrp="1" noChangeArrowheads="1"/>
          </p:cNvSpPr>
          <p:nvPr>
            <p:ph type="body" idx="1"/>
          </p:nvPr>
        </p:nvSpPr>
        <p:spPr bwMode="auto">
          <a:xfrm>
            <a:off x="685800" y="4343400"/>
            <a:ext cx="5470525" cy="40989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6915774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0DE9B318-2347-74A8-81F8-85B2318B7DC9}"/>
              </a:ext>
            </a:extLst>
          </p:cNvPr>
          <p:cNvSpPr>
            <a:spLocks noGrp="1" noChangeArrowheads="1"/>
          </p:cNvSpPr>
          <p:nvPr>
            <p:ph type="sldNum"/>
          </p:nvPr>
        </p:nvSpPr>
        <p:spPr>
          <a:ln/>
        </p:spPr>
        <p:txBody>
          <a:bodyPr/>
          <a:lstStyle/>
          <a:p>
            <a:fld id="{BF4E4B34-73A9-4C02-BCE4-7B943DB8252A}" type="slidenum">
              <a:rPr lang="en-US" altLang="en-US"/>
              <a:pPr/>
              <a:t>7</a:t>
            </a:fld>
            <a:endParaRPr lang="en-US" altLang="en-US"/>
          </a:p>
        </p:txBody>
      </p:sp>
      <p:sp>
        <p:nvSpPr>
          <p:cNvPr id="38913" name="Rectangle 1">
            <a:extLst>
              <a:ext uri="{FF2B5EF4-FFF2-40B4-BE49-F238E27FC236}">
                <a16:creationId xmlns:a16="http://schemas.microsoft.com/office/drawing/2014/main" id="{39E15BC6-3A29-2202-05C5-5EBCD840C3C5}"/>
              </a:ext>
            </a:extLst>
          </p:cNvPr>
          <p:cNvSpPr txBox="1">
            <a:spLocks noGrp="1" noRot="1" noChangeAspect="1" noChangeArrowheads="1"/>
          </p:cNvSpPr>
          <p:nvPr>
            <p:ph type="sldImg"/>
          </p:nvPr>
        </p:nvSpPr>
        <p:spPr bwMode="auto">
          <a:xfrm>
            <a:off x="387350" y="685800"/>
            <a:ext cx="6067425" cy="34131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8914" name="Rectangle 2">
            <a:extLst>
              <a:ext uri="{FF2B5EF4-FFF2-40B4-BE49-F238E27FC236}">
                <a16:creationId xmlns:a16="http://schemas.microsoft.com/office/drawing/2014/main" id="{FCF18414-F6C3-D784-50A7-27346EC94E14}"/>
              </a:ext>
            </a:extLst>
          </p:cNvPr>
          <p:cNvSpPr txBox="1">
            <a:spLocks noGrp="1" noChangeArrowheads="1"/>
          </p:cNvSpPr>
          <p:nvPr>
            <p:ph type="body" idx="1"/>
          </p:nvPr>
        </p:nvSpPr>
        <p:spPr bwMode="auto">
          <a:xfrm>
            <a:off x="685800" y="4343400"/>
            <a:ext cx="5470525" cy="40989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7FF0ECC4-78C9-2578-310E-69FE2E9C26FA}"/>
              </a:ext>
            </a:extLst>
          </p:cNvPr>
          <p:cNvSpPr>
            <a:spLocks noGrp="1" noChangeArrowheads="1"/>
          </p:cNvSpPr>
          <p:nvPr>
            <p:ph type="sldNum"/>
          </p:nvPr>
        </p:nvSpPr>
        <p:spPr>
          <a:ln/>
        </p:spPr>
        <p:txBody>
          <a:bodyPr/>
          <a:lstStyle/>
          <a:p>
            <a:fld id="{D5C0C492-1EBA-4BD9-AA1F-D5077BF238E5}" type="slidenum">
              <a:rPr lang="en-US" altLang="en-US"/>
              <a:pPr/>
              <a:t>8</a:t>
            </a:fld>
            <a:endParaRPr lang="en-US" altLang="en-US"/>
          </a:p>
        </p:txBody>
      </p:sp>
      <p:sp>
        <p:nvSpPr>
          <p:cNvPr id="39937" name="Rectangle 1">
            <a:extLst>
              <a:ext uri="{FF2B5EF4-FFF2-40B4-BE49-F238E27FC236}">
                <a16:creationId xmlns:a16="http://schemas.microsoft.com/office/drawing/2014/main" id="{9D033DE6-8761-C8FA-EC8F-DBE783FB7052}"/>
              </a:ext>
            </a:extLst>
          </p:cNvPr>
          <p:cNvSpPr txBox="1">
            <a:spLocks noGrp="1" noRot="1" noChangeAspect="1" noChangeArrowheads="1"/>
          </p:cNvSpPr>
          <p:nvPr>
            <p:ph type="sldImg"/>
          </p:nvPr>
        </p:nvSpPr>
        <p:spPr bwMode="auto">
          <a:xfrm>
            <a:off x="387350" y="685800"/>
            <a:ext cx="6067425" cy="34131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938" name="Rectangle 2">
            <a:extLst>
              <a:ext uri="{FF2B5EF4-FFF2-40B4-BE49-F238E27FC236}">
                <a16:creationId xmlns:a16="http://schemas.microsoft.com/office/drawing/2014/main" id="{092177DC-7CE6-2808-61E5-CD1EEB31326B}"/>
              </a:ext>
            </a:extLst>
          </p:cNvPr>
          <p:cNvSpPr txBox="1">
            <a:spLocks noGrp="1" noChangeArrowheads="1"/>
          </p:cNvSpPr>
          <p:nvPr>
            <p:ph type="body" idx="1"/>
          </p:nvPr>
        </p:nvSpPr>
        <p:spPr bwMode="auto">
          <a:xfrm>
            <a:off x="685800" y="4343400"/>
            <a:ext cx="5470525" cy="40989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D7267C58-90DF-AE08-E158-2F00747771D3}"/>
              </a:ext>
            </a:extLst>
          </p:cNvPr>
          <p:cNvSpPr>
            <a:spLocks noGrp="1" noChangeArrowheads="1"/>
          </p:cNvSpPr>
          <p:nvPr>
            <p:ph type="sldNum"/>
          </p:nvPr>
        </p:nvSpPr>
        <p:spPr>
          <a:ln/>
        </p:spPr>
        <p:txBody>
          <a:bodyPr/>
          <a:lstStyle/>
          <a:p>
            <a:fld id="{EAC77D17-5704-44FC-BED3-70664FD4E5AC}" type="slidenum">
              <a:rPr lang="en-US" altLang="en-US"/>
              <a:pPr/>
              <a:t>18</a:t>
            </a:fld>
            <a:endParaRPr lang="en-US" altLang="en-US"/>
          </a:p>
        </p:txBody>
      </p:sp>
      <p:sp>
        <p:nvSpPr>
          <p:cNvPr id="40961" name="Text Box 1">
            <a:extLst>
              <a:ext uri="{FF2B5EF4-FFF2-40B4-BE49-F238E27FC236}">
                <a16:creationId xmlns:a16="http://schemas.microsoft.com/office/drawing/2014/main" id="{53B38F4A-9135-4CCC-ACFE-60A6B62BF44A}"/>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9pPr>
          </a:lstStyle>
          <a:p>
            <a:pPr algn="r">
              <a:buClrTx/>
              <a:buFontTx/>
              <a:buNone/>
            </a:pPr>
            <a:fld id="{7E751572-8C4D-4152-8FED-79D6AFEFC070}" type="slidenum">
              <a:rPr lang="en-US" altLang="en-US" sz="1200"/>
              <a:pPr algn="r">
                <a:buClrTx/>
                <a:buFontTx/>
                <a:buNone/>
              </a:pPr>
              <a:t>18</a:t>
            </a:fld>
            <a:endParaRPr lang="en-US" altLang="en-US" sz="1200"/>
          </a:p>
        </p:txBody>
      </p:sp>
      <p:sp>
        <p:nvSpPr>
          <p:cNvPr id="40962" name="Rectangle 2">
            <a:extLst>
              <a:ext uri="{FF2B5EF4-FFF2-40B4-BE49-F238E27FC236}">
                <a16:creationId xmlns:a16="http://schemas.microsoft.com/office/drawing/2014/main" id="{194BB97D-C7B4-FCAB-3AF5-BE8B7C8FA4E9}"/>
              </a:ext>
            </a:extLst>
          </p:cNvPr>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0963" name="Rectangle 3">
            <a:extLst>
              <a:ext uri="{FF2B5EF4-FFF2-40B4-BE49-F238E27FC236}">
                <a16:creationId xmlns:a16="http://schemas.microsoft.com/office/drawing/2014/main" id="{53DA73BE-6FD5-8034-562C-C333F974D56C}"/>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BA5A0C58-3723-B1DF-77F3-DCD6C95C9A43}"/>
              </a:ext>
            </a:extLst>
          </p:cNvPr>
          <p:cNvSpPr>
            <a:spLocks noGrp="1" noChangeArrowheads="1"/>
          </p:cNvSpPr>
          <p:nvPr>
            <p:ph type="sldNum"/>
          </p:nvPr>
        </p:nvSpPr>
        <p:spPr>
          <a:ln/>
        </p:spPr>
        <p:txBody>
          <a:bodyPr/>
          <a:lstStyle/>
          <a:p>
            <a:fld id="{AF1FA5BB-CAD2-4FA0-9736-034CD9F82028}" type="slidenum">
              <a:rPr lang="en-US" altLang="en-US"/>
              <a:pPr/>
              <a:t>19</a:t>
            </a:fld>
            <a:endParaRPr lang="en-US" altLang="en-US"/>
          </a:p>
        </p:txBody>
      </p:sp>
      <p:sp>
        <p:nvSpPr>
          <p:cNvPr id="41985" name="Rectangle 1">
            <a:extLst>
              <a:ext uri="{FF2B5EF4-FFF2-40B4-BE49-F238E27FC236}">
                <a16:creationId xmlns:a16="http://schemas.microsoft.com/office/drawing/2014/main" id="{15485449-38F5-133C-4716-86562033F5E8}"/>
              </a:ext>
            </a:extLst>
          </p:cNvPr>
          <p:cNvSpPr txBox="1">
            <a:spLocks noGrp="1" noRot="1" noChangeAspect="1" noChangeArrowheads="1"/>
          </p:cNvSpPr>
          <p:nvPr>
            <p:ph type="sldImg"/>
          </p:nvPr>
        </p:nvSpPr>
        <p:spPr bwMode="auto">
          <a:xfrm>
            <a:off x="387350" y="685800"/>
            <a:ext cx="6067425" cy="34131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1986" name="Rectangle 2">
            <a:extLst>
              <a:ext uri="{FF2B5EF4-FFF2-40B4-BE49-F238E27FC236}">
                <a16:creationId xmlns:a16="http://schemas.microsoft.com/office/drawing/2014/main" id="{33CD4B8B-D0DF-F93E-C206-82D9AADF5CB4}"/>
              </a:ext>
            </a:extLst>
          </p:cNvPr>
          <p:cNvSpPr txBox="1">
            <a:spLocks noGrp="1" noChangeArrowheads="1"/>
          </p:cNvSpPr>
          <p:nvPr>
            <p:ph type="body" idx="1"/>
          </p:nvPr>
        </p:nvSpPr>
        <p:spPr bwMode="auto">
          <a:xfrm>
            <a:off x="685800" y="4343400"/>
            <a:ext cx="5470525" cy="40989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8D3B13AE-FB20-DD1D-D036-8E2FE828EFF6}"/>
              </a:ext>
            </a:extLst>
          </p:cNvPr>
          <p:cNvSpPr>
            <a:spLocks noGrp="1" noChangeArrowheads="1"/>
          </p:cNvSpPr>
          <p:nvPr>
            <p:ph type="sldNum"/>
          </p:nvPr>
        </p:nvSpPr>
        <p:spPr>
          <a:ln/>
        </p:spPr>
        <p:txBody>
          <a:bodyPr/>
          <a:lstStyle/>
          <a:p>
            <a:fld id="{70D4EC5E-A5A1-493B-B5C0-5755AA3311FA}" type="slidenum">
              <a:rPr lang="en-US" altLang="en-US"/>
              <a:pPr/>
              <a:t>20</a:t>
            </a:fld>
            <a:endParaRPr lang="en-US" altLang="en-US"/>
          </a:p>
        </p:txBody>
      </p:sp>
      <p:sp>
        <p:nvSpPr>
          <p:cNvPr id="45057" name="Rectangle 1">
            <a:extLst>
              <a:ext uri="{FF2B5EF4-FFF2-40B4-BE49-F238E27FC236}">
                <a16:creationId xmlns:a16="http://schemas.microsoft.com/office/drawing/2014/main" id="{D087CDFE-067E-87FD-B2F4-B61AF89955D4}"/>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5058" name="Rectangle 2">
            <a:extLst>
              <a:ext uri="{FF2B5EF4-FFF2-40B4-BE49-F238E27FC236}">
                <a16:creationId xmlns:a16="http://schemas.microsoft.com/office/drawing/2014/main" id="{D9C4038E-D8C3-ACC4-15E1-C461736844C4}"/>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D2AF84C2-6DD9-B33F-BDAA-49303319216A}"/>
              </a:ext>
            </a:extLst>
          </p:cNvPr>
          <p:cNvSpPr>
            <a:spLocks noGrp="1" noChangeArrowheads="1"/>
          </p:cNvSpPr>
          <p:nvPr>
            <p:ph type="sldNum"/>
          </p:nvPr>
        </p:nvSpPr>
        <p:spPr>
          <a:ln/>
        </p:spPr>
        <p:txBody>
          <a:bodyPr/>
          <a:lstStyle/>
          <a:p>
            <a:fld id="{6206A429-E50E-4283-977F-544ECA6C327B}" type="slidenum">
              <a:rPr lang="en-US" altLang="en-US"/>
              <a:pPr/>
              <a:t>21</a:t>
            </a:fld>
            <a:endParaRPr lang="en-US" altLang="en-US"/>
          </a:p>
        </p:txBody>
      </p:sp>
      <p:sp>
        <p:nvSpPr>
          <p:cNvPr id="46081" name="Rectangle 1">
            <a:extLst>
              <a:ext uri="{FF2B5EF4-FFF2-40B4-BE49-F238E27FC236}">
                <a16:creationId xmlns:a16="http://schemas.microsoft.com/office/drawing/2014/main" id="{C2AF0250-E7EB-04DA-BF55-7A8F02123A87}"/>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6082" name="Rectangle 2">
            <a:extLst>
              <a:ext uri="{FF2B5EF4-FFF2-40B4-BE49-F238E27FC236}">
                <a16:creationId xmlns:a16="http://schemas.microsoft.com/office/drawing/2014/main" id="{06C57E14-BFB0-8472-9B51-2FB66D22AC50}"/>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2030254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0BC48E2D-0139-ACCC-929D-23831B16ADFE}"/>
              </a:ext>
            </a:extLst>
          </p:cNvPr>
          <p:cNvSpPr>
            <a:spLocks noGrp="1" noChangeArrowheads="1"/>
          </p:cNvSpPr>
          <p:nvPr>
            <p:ph type="sldNum"/>
          </p:nvPr>
        </p:nvSpPr>
        <p:spPr>
          <a:ln/>
        </p:spPr>
        <p:txBody>
          <a:bodyPr/>
          <a:lstStyle/>
          <a:p>
            <a:fld id="{689FE941-BEEE-4851-BBD9-68925EF379B6}" type="slidenum">
              <a:rPr lang="en-US" altLang="en-US"/>
              <a:pPr/>
              <a:t>22</a:t>
            </a:fld>
            <a:endParaRPr lang="en-US" altLang="en-US"/>
          </a:p>
        </p:txBody>
      </p:sp>
      <p:sp>
        <p:nvSpPr>
          <p:cNvPr id="47105" name="Rectangle 1">
            <a:extLst>
              <a:ext uri="{FF2B5EF4-FFF2-40B4-BE49-F238E27FC236}">
                <a16:creationId xmlns:a16="http://schemas.microsoft.com/office/drawing/2014/main" id="{25D990E0-BB98-88F8-E97C-98DB29D9472E}"/>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7106" name="Rectangle 2">
            <a:extLst>
              <a:ext uri="{FF2B5EF4-FFF2-40B4-BE49-F238E27FC236}">
                <a16:creationId xmlns:a16="http://schemas.microsoft.com/office/drawing/2014/main" id="{E6B36A74-89F0-6B4D-7449-ACC17850DA27}"/>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D7677EA8-E612-47CF-2566-36BFFD3AF70D}"/>
              </a:ext>
            </a:extLst>
          </p:cNvPr>
          <p:cNvSpPr>
            <a:spLocks noGrp="1" noChangeArrowheads="1"/>
          </p:cNvSpPr>
          <p:nvPr>
            <p:ph type="sldNum"/>
          </p:nvPr>
        </p:nvSpPr>
        <p:spPr>
          <a:ln/>
        </p:spPr>
        <p:txBody>
          <a:bodyPr/>
          <a:lstStyle/>
          <a:p>
            <a:fld id="{CE15EFB4-22FD-4463-B1EA-85919FFEBD55}" type="slidenum">
              <a:rPr lang="en-US" altLang="en-US"/>
              <a:pPr/>
              <a:t>23</a:t>
            </a:fld>
            <a:endParaRPr lang="en-US" altLang="en-US"/>
          </a:p>
        </p:txBody>
      </p:sp>
      <p:sp>
        <p:nvSpPr>
          <p:cNvPr id="48129" name="Text Box 1">
            <a:extLst>
              <a:ext uri="{FF2B5EF4-FFF2-40B4-BE49-F238E27FC236}">
                <a16:creationId xmlns:a16="http://schemas.microsoft.com/office/drawing/2014/main" id="{39A28A61-914C-F61B-C701-3D68362A785A}"/>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9pPr>
          </a:lstStyle>
          <a:p>
            <a:pPr algn="r">
              <a:buClrTx/>
              <a:buFontTx/>
              <a:buNone/>
            </a:pPr>
            <a:fld id="{C3CF3A04-1E20-4823-9728-C010F3CD6021}" type="slidenum">
              <a:rPr lang="en-US" altLang="en-US" sz="1200"/>
              <a:pPr algn="r">
                <a:buClrTx/>
                <a:buFontTx/>
                <a:buNone/>
              </a:pPr>
              <a:t>23</a:t>
            </a:fld>
            <a:endParaRPr lang="en-US" altLang="en-US" sz="1200"/>
          </a:p>
        </p:txBody>
      </p:sp>
      <p:sp>
        <p:nvSpPr>
          <p:cNvPr id="48130" name="Rectangle 2">
            <a:extLst>
              <a:ext uri="{FF2B5EF4-FFF2-40B4-BE49-F238E27FC236}">
                <a16:creationId xmlns:a16="http://schemas.microsoft.com/office/drawing/2014/main" id="{AFB3186B-54D8-4081-4141-FC080F7FB262}"/>
              </a:ext>
            </a:extLst>
          </p:cNvPr>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8131" name="Rectangle 3">
            <a:extLst>
              <a:ext uri="{FF2B5EF4-FFF2-40B4-BE49-F238E27FC236}">
                <a16:creationId xmlns:a16="http://schemas.microsoft.com/office/drawing/2014/main" id="{872414AB-4B68-AA73-A1CE-F76A30B0F985}"/>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7014249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8918813F-7859-7858-4CA1-6158638A3F99}"/>
              </a:ext>
            </a:extLst>
          </p:cNvPr>
          <p:cNvSpPr>
            <a:spLocks noGrp="1" noChangeArrowheads="1"/>
          </p:cNvSpPr>
          <p:nvPr>
            <p:ph type="sldNum"/>
          </p:nvPr>
        </p:nvSpPr>
        <p:spPr>
          <a:ln/>
        </p:spPr>
        <p:txBody>
          <a:bodyPr/>
          <a:lstStyle/>
          <a:p>
            <a:fld id="{245C330D-867E-420E-8F8F-13A8902ABFE7}" type="slidenum">
              <a:rPr lang="en-US" altLang="en-US"/>
              <a:pPr/>
              <a:t>24</a:t>
            </a:fld>
            <a:endParaRPr lang="en-US" altLang="en-US"/>
          </a:p>
        </p:txBody>
      </p:sp>
      <p:sp>
        <p:nvSpPr>
          <p:cNvPr id="53249" name="Rectangle 1">
            <a:extLst>
              <a:ext uri="{FF2B5EF4-FFF2-40B4-BE49-F238E27FC236}">
                <a16:creationId xmlns:a16="http://schemas.microsoft.com/office/drawing/2014/main" id="{4CC3701B-E215-F2A0-91B5-6339D4FF7785}"/>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3250" name="Rectangle 2">
            <a:extLst>
              <a:ext uri="{FF2B5EF4-FFF2-40B4-BE49-F238E27FC236}">
                <a16:creationId xmlns:a16="http://schemas.microsoft.com/office/drawing/2014/main" id="{F2BA4F84-0460-2A38-F46E-6A8E44FB7E55}"/>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C7D043EE-7128-0D75-3B59-68D64C8120E0}"/>
              </a:ext>
            </a:extLst>
          </p:cNvPr>
          <p:cNvSpPr>
            <a:spLocks noGrp="1" noChangeArrowheads="1"/>
          </p:cNvSpPr>
          <p:nvPr>
            <p:ph type="sldNum"/>
          </p:nvPr>
        </p:nvSpPr>
        <p:spPr>
          <a:ln/>
        </p:spPr>
        <p:txBody>
          <a:bodyPr/>
          <a:lstStyle/>
          <a:p>
            <a:fld id="{DC15F59D-6340-43B1-BC9E-7F32E1EFF8D4}" type="slidenum">
              <a:rPr lang="en-US" altLang="en-US"/>
              <a:pPr/>
              <a:t>25</a:t>
            </a:fld>
            <a:endParaRPr lang="en-US" altLang="en-US"/>
          </a:p>
        </p:txBody>
      </p:sp>
      <p:sp>
        <p:nvSpPr>
          <p:cNvPr id="54273" name="Rectangle 1">
            <a:extLst>
              <a:ext uri="{FF2B5EF4-FFF2-40B4-BE49-F238E27FC236}">
                <a16:creationId xmlns:a16="http://schemas.microsoft.com/office/drawing/2014/main" id="{55898688-3E48-BAAC-E9F4-E82BE44D58FC}"/>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4274" name="Rectangle 2">
            <a:extLst>
              <a:ext uri="{FF2B5EF4-FFF2-40B4-BE49-F238E27FC236}">
                <a16:creationId xmlns:a16="http://schemas.microsoft.com/office/drawing/2014/main" id="{40507872-1CF1-4319-12F4-449E504D0435}"/>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C7D043EE-7128-0D75-3B59-68D64C8120E0}"/>
              </a:ext>
            </a:extLst>
          </p:cNvPr>
          <p:cNvSpPr>
            <a:spLocks noGrp="1" noChangeArrowheads="1"/>
          </p:cNvSpPr>
          <p:nvPr>
            <p:ph type="sldNum"/>
          </p:nvPr>
        </p:nvSpPr>
        <p:spPr>
          <a:ln/>
        </p:spPr>
        <p:txBody>
          <a:bodyPr/>
          <a:lstStyle/>
          <a:p>
            <a:fld id="{DC15F59D-6340-43B1-BC9E-7F32E1EFF8D4}" type="slidenum">
              <a:rPr lang="en-US" altLang="en-US"/>
              <a:pPr/>
              <a:t>26</a:t>
            </a:fld>
            <a:endParaRPr lang="en-US" altLang="en-US"/>
          </a:p>
        </p:txBody>
      </p:sp>
      <p:sp>
        <p:nvSpPr>
          <p:cNvPr id="54273" name="Rectangle 1">
            <a:extLst>
              <a:ext uri="{FF2B5EF4-FFF2-40B4-BE49-F238E27FC236}">
                <a16:creationId xmlns:a16="http://schemas.microsoft.com/office/drawing/2014/main" id="{55898688-3E48-BAAC-E9F4-E82BE44D58FC}"/>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4274" name="Rectangle 2">
            <a:extLst>
              <a:ext uri="{FF2B5EF4-FFF2-40B4-BE49-F238E27FC236}">
                <a16:creationId xmlns:a16="http://schemas.microsoft.com/office/drawing/2014/main" id="{40507872-1CF1-4319-12F4-449E504D0435}"/>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1700109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D7677EA8-E612-47CF-2566-36BFFD3AF70D}"/>
              </a:ext>
            </a:extLst>
          </p:cNvPr>
          <p:cNvSpPr>
            <a:spLocks noGrp="1" noChangeArrowheads="1"/>
          </p:cNvSpPr>
          <p:nvPr>
            <p:ph type="sldNum"/>
          </p:nvPr>
        </p:nvSpPr>
        <p:spPr>
          <a:ln/>
        </p:spPr>
        <p:txBody>
          <a:bodyPr/>
          <a:lstStyle/>
          <a:p>
            <a:fld id="{CE15EFB4-22FD-4463-B1EA-85919FFEBD55}" type="slidenum">
              <a:rPr lang="en-US" altLang="en-US"/>
              <a:pPr/>
              <a:t>27</a:t>
            </a:fld>
            <a:endParaRPr lang="en-US" altLang="en-US"/>
          </a:p>
        </p:txBody>
      </p:sp>
      <p:sp>
        <p:nvSpPr>
          <p:cNvPr id="48129" name="Text Box 1">
            <a:extLst>
              <a:ext uri="{FF2B5EF4-FFF2-40B4-BE49-F238E27FC236}">
                <a16:creationId xmlns:a16="http://schemas.microsoft.com/office/drawing/2014/main" id="{39A28A61-914C-F61B-C701-3D68362A785A}"/>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9pPr>
          </a:lstStyle>
          <a:p>
            <a:pPr algn="r">
              <a:buClrTx/>
              <a:buFontTx/>
              <a:buNone/>
            </a:pPr>
            <a:fld id="{C3CF3A04-1E20-4823-9728-C010F3CD6021}" type="slidenum">
              <a:rPr lang="en-US" altLang="en-US" sz="1200"/>
              <a:pPr algn="r">
                <a:buClrTx/>
                <a:buFontTx/>
                <a:buNone/>
              </a:pPr>
              <a:t>27</a:t>
            </a:fld>
            <a:endParaRPr lang="en-US" altLang="en-US" sz="1200"/>
          </a:p>
        </p:txBody>
      </p:sp>
      <p:sp>
        <p:nvSpPr>
          <p:cNvPr id="48130" name="Rectangle 2">
            <a:extLst>
              <a:ext uri="{FF2B5EF4-FFF2-40B4-BE49-F238E27FC236}">
                <a16:creationId xmlns:a16="http://schemas.microsoft.com/office/drawing/2014/main" id="{AFB3186B-54D8-4081-4141-FC080F7FB262}"/>
              </a:ext>
            </a:extLst>
          </p:cNvPr>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8131" name="Rectangle 3">
            <a:extLst>
              <a:ext uri="{FF2B5EF4-FFF2-40B4-BE49-F238E27FC236}">
                <a16:creationId xmlns:a16="http://schemas.microsoft.com/office/drawing/2014/main" id="{872414AB-4B68-AA73-A1CE-F76A30B0F985}"/>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44830380-7733-40B6-1D17-58DA647E65D5}"/>
              </a:ext>
            </a:extLst>
          </p:cNvPr>
          <p:cNvSpPr>
            <a:spLocks noGrp="1" noChangeArrowheads="1"/>
          </p:cNvSpPr>
          <p:nvPr>
            <p:ph type="sldNum"/>
          </p:nvPr>
        </p:nvSpPr>
        <p:spPr>
          <a:ln/>
        </p:spPr>
        <p:txBody>
          <a:bodyPr/>
          <a:lstStyle/>
          <a:p>
            <a:fld id="{CA3B49AB-861E-491F-94B9-5D4F1E0616AA}" type="slidenum">
              <a:rPr lang="en-US" altLang="en-US"/>
              <a:pPr/>
              <a:t>28</a:t>
            </a:fld>
            <a:endParaRPr lang="en-US" altLang="en-US"/>
          </a:p>
        </p:txBody>
      </p:sp>
      <p:sp>
        <p:nvSpPr>
          <p:cNvPr id="49153" name="Rectangle 1">
            <a:extLst>
              <a:ext uri="{FF2B5EF4-FFF2-40B4-BE49-F238E27FC236}">
                <a16:creationId xmlns:a16="http://schemas.microsoft.com/office/drawing/2014/main" id="{9040A680-4F70-7296-F163-019DCD9116E7}"/>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9154" name="Rectangle 2">
            <a:extLst>
              <a:ext uri="{FF2B5EF4-FFF2-40B4-BE49-F238E27FC236}">
                <a16:creationId xmlns:a16="http://schemas.microsoft.com/office/drawing/2014/main" id="{183EC88A-CA51-57F8-AFC5-38B838024F62}"/>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D7677EA8-E612-47CF-2566-36BFFD3AF70D}"/>
              </a:ext>
            </a:extLst>
          </p:cNvPr>
          <p:cNvSpPr>
            <a:spLocks noGrp="1" noChangeArrowheads="1"/>
          </p:cNvSpPr>
          <p:nvPr>
            <p:ph type="sldNum"/>
          </p:nvPr>
        </p:nvSpPr>
        <p:spPr>
          <a:ln/>
        </p:spPr>
        <p:txBody>
          <a:bodyPr/>
          <a:lstStyle/>
          <a:p>
            <a:fld id="{CE15EFB4-22FD-4463-B1EA-85919FFEBD55}" type="slidenum">
              <a:rPr lang="en-US" altLang="en-US"/>
              <a:pPr/>
              <a:t>29</a:t>
            </a:fld>
            <a:endParaRPr lang="en-US" altLang="en-US"/>
          </a:p>
        </p:txBody>
      </p:sp>
      <p:sp>
        <p:nvSpPr>
          <p:cNvPr id="48129" name="Text Box 1">
            <a:extLst>
              <a:ext uri="{FF2B5EF4-FFF2-40B4-BE49-F238E27FC236}">
                <a16:creationId xmlns:a16="http://schemas.microsoft.com/office/drawing/2014/main" id="{39A28A61-914C-F61B-C701-3D68362A785A}"/>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9pPr>
          </a:lstStyle>
          <a:p>
            <a:pPr algn="r">
              <a:buClrTx/>
              <a:buFontTx/>
              <a:buNone/>
            </a:pPr>
            <a:fld id="{C3CF3A04-1E20-4823-9728-C010F3CD6021}" type="slidenum">
              <a:rPr lang="en-US" altLang="en-US" sz="1200"/>
              <a:pPr algn="r">
                <a:buClrTx/>
                <a:buFontTx/>
                <a:buNone/>
              </a:pPr>
              <a:t>29</a:t>
            </a:fld>
            <a:endParaRPr lang="en-US" altLang="en-US" sz="1200"/>
          </a:p>
        </p:txBody>
      </p:sp>
      <p:sp>
        <p:nvSpPr>
          <p:cNvPr id="48130" name="Rectangle 2">
            <a:extLst>
              <a:ext uri="{FF2B5EF4-FFF2-40B4-BE49-F238E27FC236}">
                <a16:creationId xmlns:a16="http://schemas.microsoft.com/office/drawing/2014/main" id="{AFB3186B-54D8-4081-4141-FC080F7FB262}"/>
              </a:ext>
            </a:extLst>
          </p:cNvPr>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8131" name="Rectangle 3">
            <a:extLst>
              <a:ext uri="{FF2B5EF4-FFF2-40B4-BE49-F238E27FC236}">
                <a16:creationId xmlns:a16="http://schemas.microsoft.com/office/drawing/2014/main" id="{872414AB-4B68-AA73-A1CE-F76A30B0F985}"/>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6773653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44830380-7733-40B6-1D17-58DA647E65D5}"/>
              </a:ext>
            </a:extLst>
          </p:cNvPr>
          <p:cNvSpPr>
            <a:spLocks noGrp="1" noChangeArrowheads="1"/>
          </p:cNvSpPr>
          <p:nvPr>
            <p:ph type="sldNum"/>
          </p:nvPr>
        </p:nvSpPr>
        <p:spPr>
          <a:ln/>
        </p:spPr>
        <p:txBody>
          <a:bodyPr/>
          <a:lstStyle/>
          <a:p>
            <a:fld id="{CA3B49AB-861E-491F-94B9-5D4F1E0616AA}" type="slidenum">
              <a:rPr lang="en-US" altLang="en-US"/>
              <a:pPr/>
              <a:t>30</a:t>
            </a:fld>
            <a:endParaRPr lang="en-US" altLang="en-US"/>
          </a:p>
        </p:txBody>
      </p:sp>
      <p:sp>
        <p:nvSpPr>
          <p:cNvPr id="49153" name="Rectangle 1">
            <a:extLst>
              <a:ext uri="{FF2B5EF4-FFF2-40B4-BE49-F238E27FC236}">
                <a16:creationId xmlns:a16="http://schemas.microsoft.com/office/drawing/2014/main" id="{9040A680-4F70-7296-F163-019DCD9116E7}"/>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9154" name="Rectangle 2">
            <a:extLst>
              <a:ext uri="{FF2B5EF4-FFF2-40B4-BE49-F238E27FC236}">
                <a16:creationId xmlns:a16="http://schemas.microsoft.com/office/drawing/2014/main" id="{183EC88A-CA51-57F8-AFC5-38B838024F62}"/>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8001572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BBBEA00D-DF02-9062-861B-1AE66B2192DE}"/>
              </a:ext>
            </a:extLst>
          </p:cNvPr>
          <p:cNvSpPr>
            <a:spLocks noGrp="1" noChangeArrowheads="1"/>
          </p:cNvSpPr>
          <p:nvPr>
            <p:ph type="sldNum"/>
          </p:nvPr>
        </p:nvSpPr>
        <p:spPr>
          <a:ln/>
        </p:spPr>
        <p:txBody>
          <a:bodyPr/>
          <a:lstStyle/>
          <a:p>
            <a:fld id="{F3AFE39A-52C4-4FA1-9023-78271A82DD77}" type="slidenum">
              <a:rPr lang="en-US" altLang="en-US"/>
              <a:pPr/>
              <a:t>31</a:t>
            </a:fld>
            <a:endParaRPr lang="en-US" altLang="en-US"/>
          </a:p>
        </p:txBody>
      </p:sp>
      <p:sp>
        <p:nvSpPr>
          <p:cNvPr id="50177" name="Rectangle 1">
            <a:extLst>
              <a:ext uri="{FF2B5EF4-FFF2-40B4-BE49-F238E27FC236}">
                <a16:creationId xmlns:a16="http://schemas.microsoft.com/office/drawing/2014/main" id="{C29CBE51-3B3D-9702-CF88-5FB971FC15F8}"/>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0178" name="Rectangle 2">
            <a:extLst>
              <a:ext uri="{FF2B5EF4-FFF2-40B4-BE49-F238E27FC236}">
                <a16:creationId xmlns:a16="http://schemas.microsoft.com/office/drawing/2014/main" id="{8650F72E-0AEB-CB83-E3F9-CE3A06CB972B}"/>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BBBEA00D-DF02-9062-861B-1AE66B2192DE}"/>
              </a:ext>
            </a:extLst>
          </p:cNvPr>
          <p:cNvSpPr>
            <a:spLocks noGrp="1" noChangeArrowheads="1"/>
          </p:cNvSpPr>
          <p:nvPr>
            <p:ph type="sldNum"/>
          </p:nvPr>
        </p:nvSpPr>
        <p:spPr>
          <a:ln/>
        </p:spPr>
        <p:txBody>
          <a:bodyPr/>
          <a:lstStyle/>
          <a:p>
            <a:fld id="{F3AFE39A-52C4-4FA1-9023-78271A82DD77}" type="slidenum">
              <a:rPr lang="en-US" altLang="en-US"/>
              <a:pPr/>
              <a:t>32</a:t>
            </a:fld>
            <a:endParaRPr lang="en-US" altLang="en-US"/>
          </a:p>
        </p:txBody>
      </p:sp>
      <p:sp>
        <p:nvSpPr>
          <p:cNvPr id="50177" name="Rectangle 1">
            <a:extLst>
              <a:ext uri="{FF2B5EF4-FFF2-40B4-BE49-F238E27FC236}">
                <a16:creationId xmlns:a16="http://schemas.microsoft.com/office/drawing/2014/main" id="{C29CBE51-3B3D-9702-CF88-5FB971FC15F8}"/>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0178" name="Rectangle 2">
            <a:extLst>
              <a:ext uri="{FF2B5EF4-FFF2-40B4-BE49-F238E27FC236}">
                <a16:creationId xmlns:a16="http://schemas.microsoft.com/office/drawing/2014/main" id="{8650F72E-0AEB-CB83-E3F9-CE3A06CB972B}"/>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8926329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44830380-7733-40B6-1D17-58DA647E65D5}"/>
              </a:ext>
            </a:extLst>
          </p:cNvPr>
          <p:cNvSpPr>
            <a:spLocks noGrp="1" noChangeArrowheads="1"/>
          </p:cNvSpPr>
          <p:nvPr>
            <p:ph type="sldNum"/>
          </p:nvPr>
        </p:nvSpPr>
        <p:spPr>
          <a:ln/>
        </p:spPr>
        <p:txBody>
          <a:bodyPr/>
          <a:lstStyle/>
          <a:p>
            <a:fld id="{CA3B49AB-861E-491F-94B9-5D4F1E0616AA}" type="slidenum">
              <a:rPr lang="en-US" altLang="en-US"/>
              <a:pPr/>
              <a:t>33</a:t>
            </a:fld>
            <a:endParaRPr lang="en-US" altLang="en-US"/>
          </a:p>
        </p:txBody>
      </p:sp>
      <p:sp>
        <p:nvSpPr>
          <p:cNvPr id="49153" name="Rectangle 1">
            <a:extLst>
              <a:ext uri="{FF2B5EF4-FFF2-40B4-BE49-F238E27FC236}">
                <a16:creationId xmlns:a16="http://schemas.microsoft.com/office/drawing/2014/main" id="{9040A680-4F70-7296-F163-019DCD9116E7}"/>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9154" name="Rectangle 2">
            <a:extLst>
              <a:ext uri="{FF2B5EF4-FFF2-40B4-BE49-F238E27FC236}">
                <a16:creationId xmlns:a16="http://schemas.microsoft.com/office/drawing/2014/main" id="{183EC88A-CA51-57F8-AFC5-38B838024F62}"/>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4711504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44830380-7733-40B6-1D17-58DA647E65D5}"/>
              </a:ext>
            </a:extLst>
          </p:cNvPr>
          <p:cNvSpPr>
            <a:spLocks noGrp="1" noChangeArrowheads="1"/>
          </p:cNvSpPr>
          <p:nvPr>
            <p:ph type="sldNum"/>
          </p:nvPr>
        </p:nvSpPr>
        <p:spPr>
          <a:ln/>
        </p:spPr>
        <p:txBody>
          <a:bodyPr/>
          <a:lstStyle/>
          <a:p>
            <a:fld id="{CA3B49AB-861E-491F-94B9-5D4F1E0616AA}" type="slidenum">
              <a:rPr lang="en-US" altLang="en-US"/>
              <a:pPr/>
              <a:t>34</a:t>
            </a:fld>
            <a:endParaRPr lang="en-US" altLang="en-US"/>
          </a:p>
        </p:txBody>
      </p:sp>
      <p:sp>
        <p:nvSpPr>
          <p:cNvPr id="49153" name="Rectangle 1">
            <a:extLst>
              <a:ext uri="{FF2B5EF4-FFF2-40B4-BE49-F238E27FC236}">
                <a16:creationId xmlns:a16="http://schemas.microsoft.com/office/drawing/2014/main" id="{9040A680-4F70-7296-F163-019DCD9116E7}"/>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9154" name="Rectangle 2">
            <a:extLst>
              <a:ext uri="{FF2B5EF4-FFF2-40B4-BE49-F238E27FC236}">
                <a16:creationId xmlns:a16="http://schemas.microsoft.com/office/drawing/2014/main" id="{183EC88A-CA51-57F8-AFC5-38B838024F62}"/>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0377310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807383FE-D8C8-0494-C4D3-363046EEE5C6}"/>
              </a:ext>
            </a:extLst>
          </p:cNvPr>
          <p:cNvSpPr>
            <a:spLocks noGrp="1" noChangeArrowheads="1"/>
          </p:cNvSpPr>
          <p:nvPr>
            <p:ph type="sldNum"/>
          </p:nvPr>
        </p:nvSpPr>
        <p:spPr>
          <a:ln/>
        </p:spPr>
        <p:txBody>
          <a:bodyPr/>
          <a:lstStyle/>
          <a:p>
            <a:fld id="{8BD8A577-64B2-407A-A151-D58BA397DB8B}" type="slidenum">
              <a:rPr lang="en-US" altLang="en-US"/>
              <a:pPr/>
              <a:t>35</a:t>
            </a:fld>
            <a:endParaRPr lang="en-US" altLang="en-US"/>
          </a:p>
        </p:txBody>
      </p:sp>
      <p:sp>
        <p:nvSpPr>
          <p:cNvPr id="57345" name="Rectangle 1">
            <a:extLst>
              <a:ext uri="{FF2B5EF4-FFF2-40B4-BE49-F238E27FC236}">
                <a16:creationId xmlns:a16="http://schemas.microsoft.com/office/drawing/2014/main" id="{0A0D531E-952D-910D-F66E-E26D28A4DB73}"/>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7346" name="Rectangle 2">
            <a:extLst>
              <a:ext uri="{FF2B5EF4-FFF2-40B4-BE49-F238E27FC236}">
                <a16:creationId xmlns:a16="http://schemas.microsoft.com/office/drawing/2014/main" id="{4C083685-2094-A60D-F237-E904606D23E5}"/>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807383FE-D8C8-0494-C4D3-363046EEE5C6}"/>
              </a:ext>
            </a:extLst>
          </p:cNvPr>
          <p:cNvSpPr>
            <a:spLocks noGrp="1" noChangeArrowheads="1"/>
          </p:cNvSpPr>
          <p:nvPr>
            <p:ph type="sldNum"/>
          </p:nvPr>
        </p:nvSpPr>
        <p:spPr>
          <a:ln/>
        </p:spPr>
        <p:txBody>
          <a:bodyPr/>
          <a:lstStyle/>
          <a:p>
            <a:fld id="{8BD8A577-64B2-407A-A151-D58BA397DB8B}" type="slidenum">
              <a:rPr lang="en-US" altLang="en-US"/>
              <a:pPr/>
              <a:t>36</a:t>
            </a:fld>
            <a:endParaRPr lang="en-US" altLang="en-US"/>
          </a:p>
        </p:txBody>
      </p:sp>
      <p:sp>
        <p:nvSpPr>
          <p:cNvPr id="57345" name="Rectangle 1">
            <a:extLst>
              <a:ext uri="{FF2B5EF4-FFF2-40B4-BE49-F238E27FC236}">
                <a16:creationId xmlns:a16="http://schemas.microsoft.com/office/drawing/2014/main" id="{0A0D531E-952D-910D-F66E-E26D28A4DB73}"/>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7346" name="Rectangle 2">
            <a:extLst>
              <a:ext uri="{FF2B5EF4-FFF2-40B4-BE49-F238E27FC236}">
                <a16:creationId xmlns:a16="http://schemas.microsoft.com/office/drawing/2014/main" id="{4C083685-2094-A60D-F237-E904606D23E5}"/>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D7677EA8-E612-47CF-2566-36BFFD3AF70D}"/>
              </a:ext>
            </a:extLst>
          </p:cNvPr>
          <p:cNvSpPr>
            <a:spLocks noGrp="1" noChangeArrowheads="1"/>
          </p:cNvSpPr>
          <p:nvPr>
            <p:ph type="sldNum"/>
          </p:nvPr>
        </p:nvSpPr>
        <p:spPr>
          <a:ln/>
        </p:spPr>
        <p:txBody>
          <a:bodyPr/>
          <a:lstStyle/>
          <a:p>
            <a:fld id="{CE15EFB4-22FD-4463-B1EA-85919FFEBD55}" type="slidenum">
              <a:rPr lang="en-US" altLang="en-US"/>
              <a:pPr/>
              <a:t>37</a:t>
            </a:fld>
            <a:endParaRPr lang="en-US" altLang="en-US"/>
          </a:p>
        </p:txBody>
      </p:sp>
      <p:sp>
        <p:nvSpPr>
          <p:cNvPr id="48129" name="Text Box 1">
            <a:extLst>
              <a:ext uri="{FF2B5EF4-FFF2-40B4-BE49-F238E27FC236}">
                <a16:creationId xmlns:a16="http://schemas.microsoft.com/office/drawing/2014/main" id="{39A28A61-914C-F61B-C701-3D68362A785A}"/>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9pPr>
          </a:lstStyle>
          <a:p>
            <a:pPr algn="r">
              <a:buClrTx/>
              <a:buFontTx/>
              <a:buNone/>
            </a:pPr>
            <a:fld id="{C3CF3A04-1E20-4823-9728-C010F3CD6021}" type="slidenum">
              <a:rPr lang="en-US" altLang="en-US" sz="1200"/>
              <a:pPr algn="r">
                <a:buClrTx/>
                <a:buFontTx/>
                <a:buNone/>
              </a:pPr>
              <a:t>37</a:t>
            </a:fld>
            <a:endParaRPr lang="en-US" altLang="en-US" sz="1200"/>
          </a:p>
        </p:txBody>
      </p:sp>
      <p:sp>
        <p:nvSpPr>
          <p:cNvPr id="48130" name="Rectangle 2">
            <a:extLst>
              <a:ext uri="{FF2B5EF4-FFF2-40B4-BE49-F238E27FC236}">
                <a16:creationId xmlns:a16="http://schemas.microsoft.com/office/drawing/2014/main" id="{AFB3186B-54D8-4081-4141-FC080F7FB262}"/>
              </a:ext>
            </a:extLst>
          </p:cNvPr>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8131" name="Rectangle 3">
            <a:extLst>
              <a:ext uri="{FF2B5EF4-FFF2-40B4-BE49-F238E27FC236}">
                <a16:creationId xmlns:a16="http://schemas.microsoft.com/office/drawing/2014/main" id="{872414AB-4B68-AA73-A1CE-F76A30B0F985}"/>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0448289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5413409B-C8F7-9B2A-81C5-485CC67EC72E}"/>
              </a:ext>
            </a:extLst>
          </p:cNvPr>
          <p:cNvSpPr>
            <a:spLocks noGrp="1" noChangeArrowheads="1"/>
          </p:cNvSpPr>
          <p:nvPr>
            <p:ph type="sldNum"/>
          </p:nvPr>
        </p:nvSpPr>
        <p:spPr>
          <a:ln/>
        </p:spPr>
        <p:txBody>
          <a:bodyPr/>
          <a:lstStyle/>
          <a:p>
            <a:fld id="{D0B0D111-EA3C-488B-A77F-82A4CA194D32}" type="slidenum">
              <a:rPr lang="en-US" altLang="en-US"/>
              <a:pPr/>
              <a:t>38</a:t>
            </a:fld>
            <a:endParaRPr lang="en-US" altLang="en-US"/>
          </a:p>
        </p:txBody>
      </p:sp>
      <p:sp>
        <p:nvSpPr>
          <p:cNvPr id="43009" name="Rectangle 1">
            <a:extLst>
              <a:ext uri="{FF2B5EF4-FFF2-40B4-BE49-F238E27FC236}">
                <a16:creationId xmlns:a16="http://schemas.microsoft.com/office/drawing/2014/main" id="{7D50B4FC-7513-235D-1035-72EDCAE32B80}"/>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3010" name="Rectangle 2">
            <a:extLst>
              <a:ext uri="{FF2B5EF4-FFF2-40B4-BE49-F238E27FC236}">
                <a16:creationId xmlns:a16="http://schemas.microsoft.com/office/drawing/2014/main" id="{B02364D3-AEA5-46B5-EC55-16C0C2F75451}"/>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29D30E41-02F7-E300-4BA5-3644DF394E8D}"/>
              </a:ext>
            </a:extLst>
          </p:cNvPr>
          <p:cNvSpPr>
            <a:spLocks noGrp="1" noChangeArrowheads="1"/>
          </p:cNvSpPr>
          <p:nvPr>
            <p:ph type="sldNum"/>
          </p:nvPr>
        </p:nvSpPr>
        <p:spPr>
          <a:ln/>
        </p:spPr>
        <p:txBody>
          <a:bodyPr/>
          <a:lstStyle/>
          <a:p>
            <a:fld id="{8EC84B22-8110-424B-AA49-5233AF51AD13}" type="slidenum">
              <a:rPr lang="en-US" altLang="en-US"/>
              <a:pPr/>
              <a:t>39</a:t>
            </a:fld>
            <a:endParaRPr lang="en-US" altLang="en-US"/>
          </a:p>
        </p:txBody>
      </p:sp>
      <p:sp>
        <p:nvSpPr>
          <p:cNvPr id="44033" name="Rectangle 1">
            <a:extLst>
              <a:ext uri="{FF2B5EF4-FFF2-40B4-BE49-F238E27FC236}">
                <a16:creationId xmlns:a16="http://schemas.microsoft.com/office/drawing/2014/main" id="{17119C9E-9F2F-7021-4A1D-CDF113C2C3E6}"/>
              </a:ext>
            </a:extLst>
          </p:cNvPr>
          <p:cNvSpPr txBox="1">
            <a:spLocks noGrp="1" noRot="1" noChangeAspect="1" noChangeArrowheads="1"/>
          </p:cNvSpPr>
          <p:nvPr>
            <p:ph type="sldImg"/>
          </p:nvPr>
        </p:nvSpPr>
        <p:spPr bwMode="auto">
          <a:xfrm>
            <a:off x="387350" y="685800"/>
            <a:ext cx="6069013" cy="34147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4034" name="Rectangle 2">
            <a:extLst>
              <a:ext uri="{FF2B5EF4-FFF2-40B4-BE49-F238E27FC236}">
                <a16:creationId xmlns:a16="http://schemas.microsoft.com/office/drawing/2014/main" id="{2D8DCA4B-976C-7459-355E-B899D6C360A5}"/>
              </a:ext>
            </a:extLst>
          </p:cNvPr>
          <p:cNvSpPr txBox="1">
            <a:spLocks noGrp="1" noChangeArrowheads="1"/>
          </p:cNvSpPr>
          <p:nvPr>
            <p:ph type="body" idx="1"/>
          </p:nvPr>
        </p:nvSpPr>
        <p:spPr bwMode="auto">
          <a:xfrm>
            <a:off x="685800" y="4343400"/>
            <a:ext cx="5472113" cy="41005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6D5F8916-5CED-EF2F-95B9-C4B9C5115225}"/>
              </a:ext>
            </a:extLst>
          </p:cNvPr>
          <p:cNvSpPr>
            <a:spLocks noGrp="1" noChangeArrowheads="1"/>
          </p:cNvSpPr>
          <p:nvPr>
            <p:ph type="sldNum"/>
          </p:nvPr>
        </p:nvSpPr>
        <p:spPr>
          <a:ln/>
        </p:spPr>
        <p:txBody>
          <a:bodyPr/>
          <a:lstStyle/>
          <a:p>
            <a:fld id="{2AAE9A91-7D2B-40E7-B7AB-D72835074E6F}" type="slidenum">
              <a:rPr lang="en-US" altLang="en-US"/>
              <a:pPr/>
              <a:t>40</a:t>
            </a:fld>
            <a:endParaRPr lang="en-US" altLang="en-US"/>
          </a:p>
        </p:txBody>
      </p:sp>
      <p:sp>
        <p:nvSpPr>
          <p:cNvPr id="63489" name="Rectangle 1">
            <a:extLst>
              <a:ext uri="{FF2B5EF4-FFF2-40B4-BE49-F238E27FC236}">
                <a16:creationId xmlns:a16="http://schemas.microsoft.com/office/drawing/2014/main" id="{0EBB12A5-DCFF-AED1-EECF-71326890200C}"/>
              </a:ext>
            </a:extLst>
          </p:cNvPr>
          <p:cNvSpPr txBox="1">
            <a:spLocks noGrp="1" noRot="1" noChangeAspect="1" noChangeArrowheads="1"/>
          </p:cNvSpPr>
          <p:nvPr>
            <p:ph type="sldImg"/>
          </p:nvPr>
        </p:nvSpPr>
        <p:spPr bwMode="auto">
          <a:xfrm>
            <a:off x="387350" y="685800"/>
            <a:ext cx="6069013" cy="34147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3490" name="Rectangle 2">
            <a:extLst>
              <a:ext uri="{FF2B5EF4-FFF2-40B4-BE49-F238E27FC236}">
                <a16:creationId xmlns:a16="http://schemas.microsoft.com/office/drawing/2014/main" id="{A728493F-71DC-AFE9-A841-0BB15FFC7041}"/>
              </a:ext>
            </a:extLst>
          </p:cNvPr>
          <p:cNvSpPr txBox="1">
            <a:spLocks noGrp="1" noChangeArrowheads="1"/>
          </p:cNvSpPr>
          <p:nvPr>
            <p:ph type="body" idx="1"/>
          </p:nvPr>
        </p:nvSpPr>
        <p:spPr bwMode="auto">
          <a:xfrm>
            <a:off x="685800" y="4343400"/>
            <a:ext cx="5472113" cy="41005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0BC48E2D-0139-ACCC-929D-23831B16ADFE}"/>
              </a:ext>
            </a:extLst>
          </p:cNvPr>
          <p:cNvSpPr>
            <a:spLocks noGrp="1" noChangeArrowheads="1"/>
          </p:cNvSpPr>
          <p:nvPr>
            <p:ph type="sldNum"/>
          </p:nvPr>
        </p:nvSpPr>
        <p:spPr>
          <a:ln/>
        </p:spPr>
        <p:txBody>
          <a:bodyPr/>
          <a:lstStyle/>
          <a:p>
            <a:fld id="{689FE941-BEEE-4851-BBD9-68925EF379B6}" type="slidenum">
              <a:rPr lang="en-US" altLang="en-US"/>
              <a:pPr/>
              <a:t>41</a:t>
            </a:fld>
            <a:endParaRPr lang="en-US" altLang="en-US"/>
          </a:p>
        </p:txBody>
      </p:sp>
      <p:sp>
        <p:nvSpPr>
          <p:cNvPr id="47105" name="Rectangle 1">
            <a:extLst>
              <a:ext uri="{FF2B5EF4-FFF2-40B4-BE49-F238E27FC236}">
                <a16:creationId xmlns:a16="http://schemas.microsoft.com/office/drawing/2014/main" id="{25D990E0-BB98-88F8-E97C-98DB29D9472E}"/>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7106" name="Rectangle 2">
            <a:extLst>
              <a:ext uri="{FF2B5EF4-FFF2-40B4-BE49-F238E27FC236}">
                <a16:creationId xmlns:a16="http://schemas.microsoft.com/office/drawing/2014/main" id="{E6B36A74-89F0-6B4D-7449-ACC17850DA27}"/>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42679030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D7677EA8-E612-47CF-2566-36BFFD3AF70D}"/>
              </a:ext>
            </a:extLst>
          </p:cNvPr>
          <p:cNvSpPr>
            <a:spLocks noGrp="1" noChangeArrowheads="1"/>
          </p:cNvSpPr>
          <p:nvPr>
            <p:ph type="sldNum"/>
          </p:nvPr>
        </p:nvSpPr>
        <p:spPr>
          <a:ln/>
        </p:spPr>
        <p:txBody>
          <a:bodyPr/>
          <a:lstStyle/>
          <a:p>
            <a:fld id="{CE15EFB4-22FD-4463-B1EA-85919FFEBD55}" type="slidenum">
              <a:rPr lang="en-US" altLang="en-US"/>
              <a:pPr/>
              <a:t>42</a:t>
            </a:fld>
            <a:endParaRPr lang="en-US" altLang="en-US"/>
          </a:p>
        </p:txBody>
      </p:sp>
      <p:sp>
        <p:nvSpPr>
          <p:cNvPr id="48129" name="Text Box 1">
            <a:extLst>
              <a:ext uri="{FF2B5EF4-FFF2-40B4-BE49-F238E27FC236}">
                <a16:creationId xmlns:a16="http://schemas.microsoft.com/office/drawing/2014/main" id="{39A28A61-914C-F61B-C701-3D68362A785A}"/>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9pPr>
          </a:lstStyle>
          <a:p>
            <a:pPr algn="r">
              <a:buClrTx/>
              <a:buFontTx/>
              <a:buNone/>
            </a:pPr>
            <a:fld id="{C3CF3A04-1E20-4823-9728-C010F3CD6021}" type="slidenum">
              <a:rPr lang="en-US" altLang="en-US" sz="1200"/>
              <a:pPr algn="r">
                <a:buClrTx/>
                <a:buFontTx/>
                <a:buNone/>
              </a:pPr>
              <a:t>42</a:t>
            </a:fld>
            <a:endParaRPr lang="en-US" altLang="en-US" sz="1200"/>
          </a:p>
        </p:txBody>
      </p:sp>
      <p:sp>
        <p:nvSpPr>
          <p:cNvPr id="48130" name="Rectangle 2">
            <a:extLst>
              <a:ext uri="{FF2B5EF4-FFF2-40B4-BE49-F238E27FC236}">
                <a16:creationId xmlns:a16="http://schemas.microsoft.com/office/drawing/2014/main" id="{AFB3186B-54D8-4081-4141-FC080F7FB262}"/>
              </a:ext>
            </a:extLst>
          </p:cNvPr>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8131" name="Rectangle 3">
            <a:extLst>
              <a:ext uri="{FF2B5EF4-FFF2-40B4-BE49-F238E27FC236}">
                <a16:creationId xmlns:a16="http://schemas.microsoft.com/office/drawing/2014/main" id="{872414AB-4B68-AA73-A1CE-F76A30B0F985}"/>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744771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49F1E6AC-C3D5-2784-A981-3530577DBD07}"/>
              </a:ext>
            </a:extLst>
          </p:cNvPr>
          <p:cNvSpPr>
            <a:spLocks noGrp="1" noChangeArrowheads="1"/>
          </p:cNvSpPr>
          <p:nvPr>
            <p:ph type="sldNum"/>
          </p:nvPr>
        </p:nvSpPr>
        <p:spPr>
          <a:ln/>
        </p:spPr>
        <p:txBody>
          <a:bodyPr/>
          <a:lstStyle/>
          <a:p>
            <a:fld id="{2758D28A-4E3A-4600-AF42-670EEA673694}" type="slidenum">
              <a:rPr lang="en-US" altLang="en-US"/>
              <a:pPr/>
              <a:t>43</a:t>
            </a:fld>
            <a:endParaRPr lang="en-US" altLang="en-US"/>
          </a:p>
        </p:txBody>
      </p:sp>
      <p:sp>
        <p:nvSpPr>
          <p:cNvPr id="51201" name="Rectangle 1">
            <a:extLst>
              <a:ext uri="{FF2B5EF4-FFF2-40B4-BE49-F238E27FC236}">
                <a16:creationId xmlns:a16="http://schemas.microsoft.com/office/drawing/2014/main" id="{95CF4E1F-35DE-E0D3-6A5D-BC51AA9D0047}"/>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2" name="Rectangle 2">
            <a:extLst>
              <a:ext uri="{FF2B5EF4-FFF2-40B4-BE49-F238E27FC236}">
                <a16:creationId xmlns:a16="http://schemas.microsoft.com/office/drawing/2014/main" id="{BA3561F6-B971-65B1-C0E7-3519113F9A48}"/>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7963998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49F1E6AC-C3D5-2784-A981-3530577DBD07}"/>
              </a:ext>
            </a:extLst>
          </p:cNvPr>
          <p:cNvSpPr>
            <a:spLocks noGrp="1" noChangeArrowheads="1"/>
          </p:cNvSpPr>
          <p:nvPr>
            <p:ph type="sldNum"/>
          </p:nvPr>
        </p:nvSpPr>
        <p:spPr>
          <a:ln/>
        </p:spPr>
        <p:txBody>
          <a:bodyPr/>
          <a:lstStyle/>
          <a:p>
            <a:fld id="{2758D28A-4E3A-4600-AF42-670EEA673694}" type="slidenum">
              <a:rPr lang="en-US" altLang="en-US"/>
              <a:pPr/>
              <a:t>44</a:t>
            </a:fld>
            <a:endParaRPr lang="en-US" altLang="en-US"/>
          </a:p>
        </p:txBody>
      </p:sp>
      <p:sp>
        <p:nvSpPr>
          <p:cNvPr id="51201" name="Rectangle 1">
            <a:extLst>
              <a:ext uri="{FF2B5EF4-FFF2-40B4-BE49-F238E27FC236}">
                <a16:creationId xmlns:a16="http://schemas.microsoft.com/office/drawing/2014/main" id="{95CF4E1F-35DE-E0D3-6A5D-BC51AA9D0047}"/>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2" name="Rectangle 2">
            <a:extLst>
              <a:ext uri="{FF2B5EF4-FFF2-40B4-BE49-F238E27FC236}">
                <a16:creationId xmlns:a16="http://schemas.microsoft.com/office/drawing/2014/main" id="{BA3561F6-B971-65B1-C0E7-3519113F9A48}"/>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F0351C53-76B9-4743-995B-72CB4218F239}"/>
              </a:ext>
            </a:extLst>
          </p:cNvPr>
          <p:cNvSpPr>
            <a:spLocks noGrp="1" noChangeArrowheads="1"/>
          </p:cNvSpPr>
          <p:nvPr>
            <p:ph type="sldNum"/>
          </p:nvPr>
        </p:nvSpPr>
        <p:spPr>
          <a:ln/>
        </p:spPr>
        <p:txBody>
          <a:bodyPr/>
          <a:lstStyle/>
          <a:p>
            <a:fld id="{B2308CF6-BFA9-4169-9BF2-AC4DDCF0F392}" type="slidenum">
              <a:rPr lang="en-US" altLang="en-US"/>
              <a:pPr/>
              <a:t>45</a:t>
            </a:fld>
            <a:endParaRPr lang="en-US" altLang="en-US"/>
          </a:p>
        </p:txBody>
      </p:sp>
      <p:sp>
        <p:nvSpPr>
          <p:cNvPr id="52225" name="Rectangle 1">
            <a:extLst>
              <a:ext uri="{FF2B5EF4-FFF2-40B4-BE49-F238E27FC236}">
                <a16:creationId xmlns:a16="http://schemas.microsoft.com/office/drawing/2014/main" id="{8F6D8B19-49E7-0466-911C-E9A25684CF86}"/>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2226" name="Rectangle 2">
            <a:extLst>
              <a:ext uri="{FF2B5EF4-FFF2-40B4-BE49-F238E27FC236}">
                <a16:creationId xmlns:a16="http://schemas.microsoft.com/office/drawing/2014/main" id="{19B01764-5F84-69F1-B4C5-D9264E107507}"/>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F0351C53-76B9-4743-995B-72CB4218F239}"/>
              </a:ext>
            </a:extLst>
          </p:cNvPr>
          <p:cNvSpPr>
            <a:spLocks noGrp="1" noChangeArrowheads="1"/>
          </p:cNvSpPr>
          <p:nvPr>
            <p:ph type="sldNum"/>
          </p:nvPr>
        </p:nvSpPr>
        <p:spPr>
          <a:ln/>
        </p:spPr>
        <p:txBody>
          <a:bodyPr/>
          <a:lstStyle/>
          <a:p>
            <a:fld id="{B2308CF6-BFA9-4169-9BF2-AC4DDCF0F392}" type="slidenum">
              <a:rPr lang="en-US" altLang="en-US"/>
              <a:pPr/>
              <a:t>46</a:t>
            </a:fld>
            <a:endParaRPr lang="en-US" altLang="en-US"/>
          </a:p>
        </p:txBody>
      </p:sp>
      <p:sp>
        <p:nvSpPr>
          <p:cNvPr id="52225" name="Rectangle 1">
            <a:extLst>
              <a:ext uri="{FF2B5EF4-FFF2-40B4-BE49-F238E27FC236}">
                <a16:creationId xmlns:a16="http://schemas.microsoft.com/office/drawing/2014/main" id="{8F6D8B19-49E7-0466-911C-E9A25684CF86}"/>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2226" name="Rectangle 2">
            <a:extLst>
              <a:ext uri="{FF2B5EF4-FFF2-40B4-BE49-F238E27FC236}">
                <a16:creationId xmlns:a16="http://schemas.microsoft.com/office/drawing/2014/main" id="{19B01764-5F84-69F1-B4C5-D9264E107507}"/>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19362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D7677EA8-E612-47CF-2566-36BFFD3AF70D}"/>
              </a:ext>
            </a:extLst>
          </p:cNvPr>
          <p:cNvSpPr>
            <a:spLocks noGrp="1" noChangeArrowheads="1"/>
          </p:cNvSpPr>
          <p:nvPr>
            <p:ph type="sldNum"/>
          </p:nvPr>
        </p:nvSpPr>
        <p:spPr>
          <a:ln/>
        </p:spPr>
        <p:txBody>
          <a:bodyPr/>
          <a:lstStyle/>
          <a:p>
            <a:fld id="{CE15EFB4-22FD-4463-B1EA-85919FFEBD55}" type="slidenum">
              <a:rPr lang="en-US" altLang="en-US"/>
              <a:pPr/>
              <a:t>47</a:t>
            </a:fld>
            <a:endParaRPr lang="en-US" altLang="en-US"/>
          </a:p>
        </p:txBody>
      </p:sp>
      <p:sp>
        <p:nvSpPr>
          <p:cNvPr id="48129" name="Text Box 1">
            <a:extLst>
              <a:ext uri="{FF2B5EF4-FFF2-40B4-BE49-F238E27FC236}">
                <a16:creationId xmlns:a16="http://schemas.microsoft.com/office/drawing/2014/main" id="{39A28A61-914C-F61B-C701-3D68362A785A}"/>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9pPr>
          </a:lstStyle>
          <a:p>
            <a:pPr algn="r">
              <a:buClrTx/>
              <a:buFontTx/>
              <a:buNone/>
            </a:pPr>
            <a:fld id="{C3CF3A04-1E20-4823-9728-C010F3CD6021}" type="slidenum">
              <a:rPr lang="en-US" altLang="en-US" sz="1200"/>
              <a:pPr algn="r">
                <a:buClrTx/>
                <a:buFontTx/>
                <a:buNone/>
              </a:pPr>
              <a:t>47</a:t>
            </a:fld>
            <a:endParaRPr lang="en-US" altLang="en-US" sz="1200"/>
          </a:p>
        </p:txBody>
      </p:sp>
      <p:sp>
        <p:nvSpPr>
          <p:cNvPr id="48130" name="Rectangle 2">
            <a:extLst>
              <a:ext uri="{FF2B5EF4-FFF2-40B4-BE49-F238E27FC236}">
                <a16:creationId xmlns:a16="http://schemas.microsoft.com/office/drawing/2014/main" id="{AFB3186B-54D8-4081-4141-FC080F7FB262}"/>
              </a:ext>
            </a:extLst>
          </p:cNvPr>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8131" name="Rectangle 3">
            <a:extLst>
              <a:ext uri="{FF2B5EF4-FFF2-40B4-BE49-F238E27FC236}">
                <a16:creationId xmlns:a16="http://schemas.microsoft.com/office/drawing/2014/main" id="{872414AB-4B68-AA73-A1CE-F76A30B0F985}"/>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5050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B292F010-2CA2-99A3-710A-197345BD5CF2}"/>
              </a:ext>
            </a:extLst>
          </p:cNvPr>
          <p:cNvSpPr>
            <a:spLocks noGrp="1" noChangeArrowheads="1"/>
          </p:cNvSpPr>
          <p:nvPr>
            <p:ph type="sldNum"/>
          </p:nvPr>
        </p:nvSpPr>
        <p:spPr>
          <a:ln/>
        </p:spPr>
        <p:txBody>
          <a:bodyPr/>
          <a:lstStyle/>
          <a:p>
            <a:fld id="{04AA2381-8908-4A80-AEF1-0E6D7CFF3213}" type="slidenum">
              <a:rPr lang="en-US" altLang="en-US"/>
              <a:pPr/>
              <a:t>48</a:t>
            </a:fld>
            <a:endParaRPr lang="en-US" altLang="en-US"/>
          </a:p>
        </p:txBody>
      </p:sp>
      <p:sp>
        <p:nvSpPr>
          <p:cNvPr id="58369" name="Rectangle 1">
            <a:extLst>
              <a:ext uri="{FF2B5EF4-FFF2-40B4-BE49-F238E27FC236}">
                <a16:creationId xmlns:a16="http://schemas.microsoft.com/office/drawing/2014/main" id="{A1303B73-D202-90E9-C5A5-8CEF00024F39}"/>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8370" name="Rectangle 2">
            <a:extLst>
              <a:ext uri="{FF2B5EF4-FFF2-40B4-BE49-F238E27FC236}">
                <a16:creationId xmlns:a16="http://schemas.microsoft.com/office/drawing/2014/main" id="{A000B559-1E07-CE98-870A-73ACD0D76C1B}"/>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7B9B1A0C-286C-1A0C-EFCA-02EA215B033A}"/>
              </a:ext>
            </a:extLst>
          </p:cNvPr>
          <p:cNvSpPr>
            <a:spLocks noGrp="1" noChangeArrowheads="1"/>
          </p:cNvSpPr>
          <p:nvPr>
            <p:ph type="sldNum"/>
          </p:nvPr>
        </p:nvSpPr>
        <p:spPr>
          <a:ln/>
        </p:spPr>
        <p:txBody>
          <a:bodyPr/>
          <a:lstStyle/>
          <a:p>
            <a:fld id="{ABF908F1-6D2E-4B17-997E-05D7A9564DA5}" type="slidenum">
              <a:rPr lang="en-US" altLang="en-US"/>
              <a:pPr/>
              <a:t>49</a:t>
            </a:fld>
            <a:endParaRPr lang="en-US" altLang="en-US"/>
          </a:p>
        </p:txBody>
      </p:sp>
      <p:sp>
        <p:nvSpPr>
          <p:cNvPr id="59393" name="Rectangle 1">
            <a:extLst>
              <a:ext uri="{FF2B5EF4-FFF2-40B4-BE49-F238E27FC236}">
                <a16:creationId xmlns:a16="http://schemas.microsoft.com/office/drawing/2014/main" id="{F3CBDC65-D0A3-701B-BBC2-22B88CA3D9AA}"/>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9394" name="Rectangle 2">
            <a:extLst>
              <a:ext uri="{FF2B5EF4-FFF2-40B4-BE49-F238E27FC236}">
                <a16:creationId xmlns:a16="http://schemas.microsoft.com/office/drawing/2014/main" id="{842A3B14-FBB9-57AD-1CA9-CE6142E97E65}"/>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7B9B1A0C-286C-1A0C-EFCA-02EA215B033A}"/>
              </a:ext>
            </a:extLst>
          </p:cNvPr>
          <p:cNvSpPr>
            <a:spLocks noGrp="1" noChangeArrowheads="1"/>
          </p:cNvSpPr>
          <p:nvPr>
            <p:ph type="sldNum"/>
          </p:nvPr>
        </p:nvSpPr>
        <p:spPr>
          <a:ln/>
        </p:spPr>
        <p:txBody>
          <a:bodyPr/>
          <a:lstStyle/>
          <a:p>
            <a:fld id="{ABF908F1-6D2E-4B17-997E-05D7A9564DA5}" type="slidenum">
              <a:rPr lang="en-US" altLang="en-US"/>
              <a:pPr/>
              <a:t>50</a:t>
            </a:fld>
            <a:endParaRPr lang="en-US" altLang="en-US"/>
          </a:p>
        </p:txBody>
      </p:sp>
      <p:sp>
        <p:nvSpPr>
          <p:cNvPr id="59393" name="Rectangle 1">
            <a:extLst>
              <a:ext uri="{FF2B5EF4-FFF2-40B4-BE49-F238E27FC236}">
                <a16:creationId xmlns:a16="http://schemas.microsoft.com/office/drawing/2014/main" id="{F3CBDC65-D0A3-701B-BBC2-22B88CA3D9AA}"/>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9394" name="Rectangle 2">
            <a:extLst>
              <a:ext uri="{FF2B5EF4-FFF2-40B4-BE49-F238E27FC236}">
                <a16:creationId xmlns:a16="http://schemas.microsoft.com/office/drawing/2014/main" id="{842A3B14-FBB9-57AD-1CA9-CE6142E97E65}"/>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3502307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7B9B1A0C-286C-1A0C-EFCA-02EA215B033A}"/>
              </a:ext>
            </a:extLst>
          </p:cNvPr>
          <p:cNvSpPr>
            <a:spLocks noGrp="1" noChangeArrowheads="1"/>
          </p:cNvSpPr>
          <p:nvPr>
            <p:ph type="sldNum"/>
          </p:nvPr>
        </p:nvSpPr>
        <p:spPr>
          <a:ln/>
        </p:spPr>
        <p:txBody>
          <a:bodyPr/>
          <a:lstStyle/>
          <a:p>
            <a:fld id="{ABF908F1-6D2E-4B17-997E-05D7A9564DA5}" type="slidenum">
              <a:rPr lang="en-US" altLang="en-US"/>
              <a:pPr/>
              <a:t>51</a:t>
            </a:fld>
            <a:endParaRPr lang="en-US" altLang="en-US"/>
          </a:p>
        </p:txBody>
      </p:sp>
      <p:sp>
        <p:nvSpPr>
          <p:cNvPr id="59393" name="Rectangle 1">
            <a:extLst>
              <a:ext uri="{FF2B5EF4-FFF2-40B4-BE49-F238E27FC236}">
                <a16:creationId xmlns:a16="http://schemas.microsoft.com/office/drawing/2014/main" id="{F3CBDC65-D0A3-701B-BBC2-22B88CA3D9AA}"/>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9394" name="Rectangle 2">
            <a:extLst>
              <a:ext uri="{FF2B5EF4-FFF2-40B4-BE49-F238E27FC236}">
                <a16:creationId xmlns:a16="http://schemas.microsoft.com/office/drawing/2014/main" id="{842A3B14-FBB9-57AD-1CA9-CE6142E97E65}"/>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619777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5F5EB23C-494B-CC44-C316-9B64624D153F}"/>
              </a:ext>
            </a:extLst>
          </p:cNvPr>
          <p:cNvSpPr>
            <a:spLocks noGrp="1" noChangeArrowheads="1"/>
          </p:cNvSpPr>
          <p:nvPr>
            <p:ph type="sldNum"/>
          </p:nvPr>
        </p:nvSpPr>
        <p:spPr>
          <a:ln/>
        </p:spPr>
        <p:txBody>
          <a:bodyPr/>
          <a:lstStyle/>
          <a:p>
            <a:fld id="{3574E972-9C31-4208-B8B3-315E9C107F27}" type="slidenum">
              <a:rPr lang="en-US" altLang="en-US"/>
              <a:pPr/>
              <a:t>52</a:t>
            </a:fld>
            <a:endParaRPr lang="en-US" altLang="en-US"/>
          </a:p>
        </p:txBody>
      </p:sp>
      <p:sp>
        <p:nvSpPr>
          <p:cNvPr id="62465" name="Rectangle 1">
            <a:extLst>
              <a:ext uri="{FF2B5EF4-FFF2-40B4-BE49-F238E27FC236}">
                <a16:creationId xmlns:a16="http://schemas.microsoft.com/office/drawing/2014/main" id="{8E57D50D-5F0F-B87E-A1D9-F4DEE0BBFB95}"/>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2466" name="Rectangle 2">
            <a:extLst>
              <a:ext uri="{FF2B5EF4-FFF2-40B4-BE49-F238E27FC236}">
                <a16:creationId xmlns:a16="http://schemas.microsoft.com/office/drawing/2014/main" id="{3D15822B-5A30-83F3-9154-034E73A65B4F}"/>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E45DF6D-8794-91A5-F714-E969F4D89B15}"/>
            </a:ext>
          </a:extLst>
        </p:cNvPr>
        <p:cNvGrpSpPr/>
        <p:nvPr/>
      </p:nvGrpSpPr>
      <p:grpSpPr>
        <a:xfrm>
          <a:off x="0" y="0"/>
          <a:ext cx="0" cy="0"/>
          <a:chOff x="0" y="0"/>
          <a:chExt cx="0" cy="0"/>
        </a:xfrm>
      </p:grpSpPr>
      <p:sp>
        <p:nvSpPr>
          <p:cNvPr id="3" name="Rectangle 20">
            <a:extLst>
              <a:ext uri="{FF2B5EF4-FFF2-40B4-BE49-F238E27FC236}">
                <a16:creationId xmlns:a16="http://schemas.microsoft.com/office/drawing/2014/main" id="{C25440F3-809E-2B3C-FE53-49648B06BB4B}"/>
              </a:ext>
            </a:extLst>
          </p:cNvPr>
          <p:cNvSpPr>
            <a:spLocks noGrp="1" noChangeArrowheads="1"/>
          </p:cNvSpPr>
          <p:nvPr>
            <p:ph type="sldNum"/>
          </p:nvPr>
        </p:nvSpPr>
        <p:spPr>
          <a:ln/>
        </p:spPr>
        <p:txBody>
          <a:bodyPr/>
          <a:lstStyle/>
          <a:p>
            <a:fld id="{CE15EFB4-22FD-4463-B1EA-85919FFEBD55}" type="slidenum">
              <a:rPr lang="en-US" altLang="en-US"/>
              <a:pPr/>
              <a:t>54</a:t>
            </a:fld>
            <a:endParaRPr lang="en-US" altLang="en-US"/>
          </a:p>
        </p:txBody>
      </p:sp>
      <p:sp>
        <p:nvSpPr>
          <p:cNvPr id="48129" name="Text Box 1">
            <a:extLst>
              <a:ext uri="{FF2B5EF4-FFF2-40B4-BE49-F238E27FC236}">
                <a16:creationId xmlns:a16="http://schemas.microsoft.com/office/drawing/2014/main" id="{AD6019AC-5317-714E-0CC5-D5F020F7CB66}"/>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9pPr>
          </a:lstStyle>
          <a:p>
            <a:pPr algn="r">
              <a:buClrTx/>
              <a:buFontTx/>
              <a:buNone/>
            </a:pPr>
            <a:fld id="{C3CF3A04-1E20-4823-9728-C010F3CD6021}" type="slidenum">
              <a:rPr lang="en-US" altLang="en-US" sz="1200"/>
              <a:pPr algn="r">
                <a:buClrTx/>
                <a:buFontTx/>
                <a:buNone/>
              </a:pPr>
              <a:t>54</a:t>
            </a:fld>
            <a:endParaRPr lang="en-US" altLang="en-US" sz="1200"/>
          </a:p>
        </p:txBody>
      </p:sp>
      <p:sp>
        <p:nvSpPr>
          <p:cNvPr id="48130" name="Rectangle 2">
            <a:extLst>
              <a:ext uri="{FF2B5EF4-FFF2-40B4-BE49-F238E27FC236}">
                <a16:creationId xmlns:a16="http://schemas.microsoft.com/office/drawing/2014/main" id="{90C5DE83-A9A3-9175-0E6A-413D3B944B87}"/>
              </a:ext>
            </a:extLst>
          </p:cNvPr>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8131" name="Rectangle 3">
            <a:extLst>
              <a:ext uri="{FF2B5EF4-FFF2-40B4-BE49-F238E27FC236}">
                <a16:creationId xmlns:a16="http://schemas.microsoft.com/office/drawing/2014/main" id="{7E67F94F-B650-48B4-61CF-D58547AF4BAF}"/>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01215610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9E5F7EA-7A55-08F3-3DDB-6679C8D8095D}"/>
            </a:ext>
          </a:extLst>
        </p:cNvPr>
        <p:cNvGrpSpPr/>
        <p:nvPr/>
      </p:nvGrpSpPr>
      <p:grpSpPr>
        <a:xfrm>
          <a:off x="0" y="0"/>
          <a:ext cx="0" cy="0"/>
          <a:chOff x="0" y="0"/>
          <a:chExt cx="0" cy="0"/>
        </a:xfrm>
      </p:grpSpPr>
      <p:sp>
        <p:nvSpPr>
          <p:cNvPr id="3" name="Rectangle 20">
            <a:extLst>
              <a:ext uri="{FF2B5EF4-FFF2-40B4-BE49-F238E27FC236}">
                <a16:creationId xmlns:a16="http://schemas.microsoft.com/office/drawing/2014/main" id="{EF1E3D8F-C53F-5DE6-8218-000C997276FE}"/>
              </a:ext>
            </a:extLst>
          </p:cNvPr>
          <p:cNvSpPr>
            <a:spLocks noGrp="1" noChangeArrowheads="1"/>
          </p:cNvSpPr>
          <p:nvPr>
            <p:ph type="sldNum"/>
          </p:nvPr>
        </p:nvSpPr>
        <p:spPr>
          <a:ln/>
        </p:spPr>
        <p:txBody>
          <a:bodyPr/>
          <a:lstStyle/>
          <a:p>
            <a:fld id="{B2308CF6-BFA9-4169-9BF2-AC4DDCF0F392}" type="slidenum">
              <a:rPr lang="en-US" altLang="en-US"/>
              <a:pPr/>
              <a:t>55</a:t>
            </a:fld>
            <a:endParaRPr lang="en-US" altLang="en-US"/>
          </a:p>
        </p:txBody>
      </p:sp>
      <p:sp>
        <p:nvSpPr>
          <p:cNvPr id="52225" name="Rectangle 1">
            <a:extLst>
              <a:ext uri="{FF2B5EF4-FFF2-40B4-BE49-F238E27FC236}">
                <a16:creationId xmlns:a16="http://schemas.microsoft.com/office/drawing/2014/main" id="{22DA9B9F-BC93-A695-A8FB-283BEBE524D2}"/>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2226" name="Rectangle 2">
            <a:extLst>
              <a:ext uri="{FF2B5EF4-FFF2-40B4-BE49-F238E27FC236}">
                <a16:creationId xmlns:a16="http://schemas.microsoft.com/office/drawing/2014/main" id="{17EFDCC9-43AB-983F-23BA-312B2F400B71}"/>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5933245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FF1934B-25FB-87AC-2F97-097073B2A6DD}"/>
            </a:ext>
          </a:extLst>
        </p:cNvPr>
        <p:cNvGrpSpPr/>
        <p:nvPr/>
      </p:nvGrpSpPr>
      <p:grpSpPr>
        <a:xfrm>
          <a:off x="0" y="0"/>
          <a:ext cx="0" cy="0"/>
          <a:chOff x="0" y="0"/>
          <a:chExt cx="0" cy="0"/>
        </a:xfrm>
      </p:grpSpPr>
      <p:sp>
        <p:nvSpPr>
          <p:cNvPr id="3" name="Rectangle 20">
            <a:extLst>
              <a:ext uri="{FF2B5EF4-FFF2-40B4-BE49-F238E27FC236}">
                <a16:creationId xmlns:a16="http://schemas.microsoft.com/office/drawing/2014/main" id="{A925A7F7-76B9-3E44-711D-304A01D68FB7}"/>
              </a:ext>
            </a:extLst>
          </p:cNvPr>
          <p:cNvSpPr>
            <a:spLocks noGrp="1" noChangeArrowheads="1"/>
          </p:cNvSpPr>
          <p:nvPr>
            <p:ph type="sldNum"/>
          </p:nvPr>
        </p:nvSpPr>
        <p:spPr>
          <a:ln/>
        </p:spPr>
        <p:txBody>
          <a:bodyPr/>
          <a:lstStyle/>
          <a:p>
            <a:fld id="{B2308CF6-BFA9-4169-9BF2-AC4DDCF0F392}" type="slidenum">
              <a:rPr lang="en-US" altLang="en-US"/>
              <a:pPr/>
              <a:t>56</a:t>
            </a:fld>
            <a:endParaRPr lang="en-US" altLang="en-US"/>
          </a:p>
        </p:txBody>
      </p:sp>
      <p:sp>
        <p:nvSpPr>
          <p:cNvPr id="52225" name="Rectangle 1">
            <a:extLst>
              <a:ext uri="{FF2B5EF4-FFF2-40B4-BE49-F238E27FC236}">
                <a16:creationId xmlns:a16="http://schemas.microsoft.com/office/drawing/2014/main" id="{7D7CF071-CFDD-4467-1A4D-C6FE9111450F}"/>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2226" name="Rectangle 2">
            <a:extLst>
              <a:ext uri="{FF2B5EF4-FFF2-40B4-BE49-F238E27FC236}">
                <a16:creationId xmlns:a16="http://schemas.microsoft.com/office/drawing/2014/main" id="{75C14E34-7EFB-1290-EAE5-A31D33187897}"/>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781434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1C3B450-4423-BD1A-748E-98F79777B066}"/>
            </a:ext>
          </a:extLst>
        </p:cNvPr>
        <p:cNvGrpSpPr/>
        <p:nvPr/>
      </p:nvGrpSpPr>
      <p:grpSpPr>
        <a:xfrm>
          <a:off x="0" y="0"/>
          <a:ext cx="0" cy="0"/>
          <a:chOff x="0" y="0"/>
          <a:chExt cx="0" cy="0"/>
        </a:xfrm>
      </p:grpSpPr>
      <p:sp>
        <p:nvSpPr>
          <p:cNvPr id="3" name="Rectangle 20">
            <a:extLst>
              <a:ext uri="{FF2B5EF4-FFF2-40B4-BE49-F238E27FC236}">
                <a16:creationId xmlns:a16="http://schemas.microsoft.com/office/drawing/2014/main" id="{8D2898B2-03EA-7604-20B4-DFB1B5F4112C}"/>
              </a:ext>
            </a:extLst>
          </p:cNvPr>
          <p:cNvSpPr>
            <a:spLocks noGrp="1" noChangeArrowheads="1"/>
          </p:cNvSpPr>
          <p:nvPr>
            <p:ph type="sldNum"/>
          </p:nvPr>
        </p:nvSpPr>
        <p:spPr>
          <a:ln/>
        </p:spPr>
        <p:txBody>
          <a:bodyPr/>
          <a:lstStyle/>
          <a:p>
            <a:fld id="{B2308CF6-BFA9-4169-9BF2-AC4DDCF0F392}" type="slidenum">
              <a:rPr lang="en-US" altLang="en-US"/>
              <a:pPr/>
              <a:t>57</a:t>
            </a:fld>
            <a:endParaRPr lang="en-US" altLang="en-US"/>
          </a:p>
        </p:txBody>
      </p:sp>
      <p:sp>
        <p:nvSpPr>
          <p:cNvPr id="52225" name="Rectangle 1">
            <a:extLst>
              <a:ext uri="{FF2B5EF4-FFF2-40B4-BE49-F238E27FC236}">
                <a16:creationId xmlns:a16="http://schemas.microsoft.com/office/drawing/2014/main" id="{E479087D-58BF-E1FA-D273-D989782FB549}"/>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2226" name="Rectangle 2">
            <a:extLst>
              <a:ext uri="{FF2B5EF4-FFF2-40B4-BE49-F238E27FC236}">
                <a16:creationId xmlns:a16="http://schemas.microsoft.com/office/drawing/2014/main" id="{829CE386-82C9-7900-8EED-F4C6CCA0BBBB}"/>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66833050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1ECE822-4409-2FBE-1915-7C5AA22C7AE7}"/>
            </a:ext>
          </a:extLst>
        </p:cNvPr>
        <p:cNvGrpSpPr/>
        <p:nvPr/>
      </p:nvGrpSpPr>
      <p:grpSpPr>
        <a:xfrm>
          <a:off x="0" y="0"/>
          <a:ext cx="0" cy="0"/>
          <a:chOff x="0" y="0"/>
          <a:chExt cx="0" cy="0"/>
        </a:xfrm>
      </p:grpSpPr>
      <p:sp>
        <p:nvSpPr>
          <p:cNvPr id="3" name="Rectangle 20">
            <a:extLst>
              <a:ext uri="{FF2B5EF4-FFF2-40B4-BE49-F238E27FC236}">
                <a16:creationId xmlns:a16="http://schemas.microsoft.com/office/drawing/2014/main" id="{EEE777A1-DFE4-4A3B-9474-E7FD5BDEEB80}"/>
              </a:ext>
            </a:extLst>
          </p:cNvPr>
          <p:cNvSpPr>
            <a:spLocks noGrp="1" noChangeArrowheads="1"/>
          </p:cNvSpPr>
          <p:nvPr>
            <p:ph type="sldNum"/>
          </p:nvPr>
        </p:nvSpPr>
        <p:spPr>
          <a:ln/>
        </p:spPr>
        <p:txBody>
          <a:bodyPr/>
          <a:lstStyle/>
          <a:p>
            <a:fld id="{B2308CF6-BFA9-4169-9BF2-AC4DDCF0F392}" type="slidenum">
              <a:rPr lang="en-US" altLang="en-US"/>
              <a:pPr/>
              <a:t>58</a:t>
            </a:fld>
            <a:endParaRPr lang="en-US" altLang="en-US"/>
          </a:p>
        </p:txBody>
      </p:sp>
      <p:sp>
        <p:nvSpPr>
          <p:cNvPr id="52225" name="Rectangle 1">
            <a:extLst>
              <a:ext uri="{FF2B5EF4-FFF2-40B4-BE49-F238E27FC236}">
                <a16:creationId xmlns:a16="http://schemas.microsoft.com/office/drawing/2014/main" id="{FCF9A648-43A7-6E91-750F-3FEE38D24018}"/>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2226" name="Rectangle 2">
            <a:extLst>
              <a:ext uri="{FF2B5EF4-FFF2-40B4-BE49-F238E27FC236}">
                <a16:creationId xmlns:a16="http://schemas.microsoft.com/office/drawing/2014/main" id="{A23AF632-3FF4-B42A-2D73-9CEE818931FE}"/>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401151954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87DF74C-CAA2-2F4E-8F69-9CFA9D617B91}"/>
            </a:ext>
          </a:extLst>
        </p:cNvPr>
        <p:cNvGrpSpPr/>
        <p:nvPr/>
      </p:nvGrpSpPr>
      <p:grpSpPr>
        <a:xfrm>
          <a:off x="0" y="0"/>
          <a:ext cx="0" cy="0"/>
          <a:chOff x="0" y="0"/>
          <a:chExt cx="0" cy="0"/>
        </a:xfrm>
      </p:grpSpPr>
      <p:sp>
        <p:nvSpPr>
          <p:cNvPr id="3" name="Rectangle 20">
            <a:extLst>
              <a:ext uri="{FF2B5EF4-FFF2-40B4-BE49-F238E27FC236}">
                <a16:creationId xmlns:a16="http://schemas.microsoft.com/office/drawing/2014/main" id="{900EF9DB-C6B7-187C-35A5-706CAB71916B}"/>
              </a:ext>
            </a:extLst>
          </p:cNvPr>
          <p:cNvSpPr>
            <a:spLocks noGrp="1" noChangeArrowheads="1"/>
          </p:cNvSpPr>
          <p:nvPr>
            <p:ph type="sldNum"/>
          </p:nvPr>
        </p:nvSpPr>
        <p:spPr>
          <a:ln/>
        </p:spPr>
        <p:txBody>
          <a:bodyPr/>
          <a:lstStyle/>
          <a:p>
            <a:fld id="{B2308CF6-BFA9-4169-9BF2-AC4DDCF0F392}" type="slidenum">
              <a:rPr lang="en-US" altLang="en-US"/>
              <a:pPr/>
              <a:t>59</a:t>
            </a:fld>
            <a:endParaRPr lang="en-US" altLang="en-US"/>
          </a:p>
        </p:txBody>
      </p:sp>
      <p:sp>
        <p:nvSpPr>
          <p:cNvPr id="52225" name="Rectangle 1">
            <a:extLst>
              <a:ext uri="{FF2B5EF4-FFF2-40B4-BE49-F238E27FC236}">
                <a16:creationId xmlns:a16="http://schemas.microsoft.com/office/drawing/2014/main" id="{227C327D-6207-1FFA-7E2D-8E910C631E42}"/>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2226" name="Rectangle 2">
            <a:extLst>
              <a:ext uri="{FF2B5EF4-FFF2-40B4-BE49-F238E27FC236}">
                <a16:creationId xmlns:a16="http://schemas.microsoft.com/office/drawing/2014/main" id="{F2F8A89E-BEDF-6353-7B01-1BFF6E468C91}"/>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9794764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82314CE-A33F-95E5-9970-A620A19A5BFD}"/>
            </a:ext>
          </a:extLst>
        </p:cNvPr>
        <p:cNvGrpSpPr/>
        <p:nvPr/>
      </p:nvGrpSpPr>
      <p:grpSpPr>
        <a:xfrm>
          <a:off x="0" y="0"/>
          <a:ext cx="0" cy="0"/>
          <a:chOff x="0" y="0"/>
          <a:chExt cx="0" cy="0"/>
        </a:xfrm>
      </p:grpSpPr>
      <p:sp>
        <p:nvSpPr>
          <p:cNvPr id="3" name="Rectangle 20">
            <a:extLst>
              <a:ext uri="{FF2B5EF4-FFF2-40B4-BE49-F238E27FC236}">
                <a16:creationId xmlns:a16="http://schemas.microsoft.com/office/drawing/2014/main" id="{6BE4025F-F536-F1C7-2B3D-E7AFC10EBE2F}"/>
              </a:ext>
            </a:extLst>
          </p:cNvPr>
          <p:cNvSpPr>
            <a:spLocks noGrp="1" noChangeArrowheads="1"/>
          </p:cNvSpPr>
          <p:nvPr>
            <p:ph type="sldNum"/>
          </p:nvPr>
        </p:nvSpPr>
        <p:spPr>
          <a:ln/>
        </p:spPr>
        <p:txBody>
          <a:bodyPr/>
          <a:lstStyle/>
          <a:p>
            <a:fld id="{B2308CF6-BFA9-4169-9BF2-AC4DDCF0F392}" type="slidenum">
              <a:rPr lang="en-US" altLang="en-US"/>
              <a:pPr/>
              <a:t>60</a:t>
            </a:fld>
            <a:endParaRPr lang="en-US" altLang="en-US"/>
          </a:p>
        </p:txBody>
      </p:sp>
      <p:sp>
        <p:nvSpPr>
          <p:cNvPr id="52225" name="Rectangle 1">
            <a:extLst>
              <a:ext uri="{FF2B5EF4-FFF2-40B4-BE49-F238E27FC236}">
                <a16:creationId xmlns:a16="http://schemas.microsoft.com/office/drawing/2014/main" id="{8D09F496-B79D-7435-581A-7809E8F61B15}"/>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2226" name="Rectangle 2">
            <a:extLst>
              <a:ext uri="{FF2B5EF4-FFF2-40B4-BE49-F238E27FC236}">
                <a16:creationId xmlns:a16="http://schemas.microsoft.com/office/drawing/2014/main" id="{BE393A71-5B10-BB50-96C8-FCB20E6A4982}"/>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6937776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F893DCC-3262-F711-4AC1-09DEA67DBE57}"/>
            </a:ext>
          </a:extLst>
        </p:cNvPr>
        <p:cNvGrpSpPr/>
        <p:nvPr/>
      </p:nvGrpSpPr>
      <p:grpSpPr>
        <a:xfrm>
          <a:off x="0" y="0"/>
          <a:ext cx="0" cy="0"/>
          <a:chOff x="0" y="0"/>
          <a:chExt cx="0" cy="0"/>
        </a:xfrm>
      </p:grpSpPr>
      <p:sp>
        <p:nvSpPr>
          <p:cNvPr id="3" name="Rectangle 20">
            <a:extLst>
              <a:ext uri="{FF2B5EF4-FFF2-40B4-BE49-F238E27FC236}">
                <a16:creationId xmlns:a16="http://schemas.microsoft.com/office/drawing/2014/main" id="{FE1566CD-7166-9CCA-5E98-D9C915A93CA1}"/>
              </a:ext>
            </a:extLst>
          </p:cNvPr>
          <p:cNvSpPr>
            <a:spLocks noGrp="1" noChangeArrowheads="1"/>
          </p:cNvSpPr>
          <p:nvPr>
            <p:ph type="sldNum"/>
          </p:nvPr>
        </p:nvSpPr>
        <p:spPr>
          <a:ln/>
        </p:spPr>
        <p:txBody>
          <a:bodyPr/>
          <a:lstStyle/>
          <a:p>
            <a:fld id="{B2308CF6-BFA9-4169-9BF2-AC4DDCF0F392}" type="slidenum">
              <a:rPr lang="en-US" altLang="en-US"/>
              <a:pPr/>
              <a:t>61</a:t>
            </a:fld>
            <a:endParaRPr lang="en-US" altLang="en-US"/>
          </a:p>
        </p:txBody>
      </p:sp>
      <p:sp>
        <p:nvSpPr>
          <p:cNvPr id="52225" name="Rectangle 1">
            <a:extLst>
              <a:ext uri="{FF2B5EF4-FFF2-40B4-BE49-F238E27FC236}">
                <a16:creationId xmlns:a16="http://schemas.microsoft.com/office/drawing/2014/main" id="{7971CE18-0A11-EC72-DFA5-AA13E4CDDD75}"/>
              </a:ext>
            </a:extLst>
          </p:cNvPr>
          <p:cNvSpPr txBox="1">
            <a:spLocks noGrp="1" noRot="1" noChangeAspect="1" noChangeArrowheads="1"/>
          </p:cNvSpPr>
          <p:nvPr>
            <p:ph type="sldImg"/>
          </p:nvPr>
        </p:nvSpPr>
        <p:spPr bwMode="auto">
          <a:xfrm>
            <a:off x="387350" y="685800"/>
            <a:ext cx="6070600" cy="34163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2226" name="Rectangle 2">
            <a:extLst>
              <a:ext uri="{FF2B5EF4-FFF2-40B4-BE49-F238E27FC236}">
                <a16:creationId xmlns:a16="http://schemas.microsoft.com/office/drawing/2014/main" id="{70FC95DE-0BA8-E60F-998A-8556F29A5C00}"/>
              </a:ext>
            </a:extLst>
          </p:cNvPr>
          <p:cNvSpPr txBox="1">
            <a:spLocks noGrp="1" noChangeArrowheads="1"/>
          </p:cNvSpPr>
          <p:nvPr>
            <p:ph type="body" idx="1"/>
          </p:nvPr>
        </p:nvSpPr>
        <p:spPr bwMode="auto">
          <a:xfrm>
            <a:off x="685800" y="4343400"/>
            <a:ext cx="5473700" cy="41021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48969844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835358D-3708-1B03-C05B-0C6404BFD543}"/>
            </a:ext>
          </a:extLst>
        </p:cNvPr>
        <p:cNvGrpSpPr/>
        <p:nvPr/>
      </p:nvGrpSpPr>
      <p:grpSpPr>
        <a:xfrm>
          <a:off x="0" y="0"/>
          <a:ext cx="0" cy="0"/>
          <a:chOff x="0" y="0"/>
          <a:chExt cx="0" cy="0"/>
        </a:xfrm>
      </p:grpSpPr>
      <p:sp>
        <p:nvSpPr>
          <p:cNvPr id="3" name="Rectangle 20">
            <a:extLst>
              <a:ext uri="{FF2B5EF4-FFF2-40B4-BE49-F238E27FC236}">
                <a16:creationId xmlns:a16="http://schemas.microsoft.com/office/drawing/2014/main" id="{9E87B782-5089-F1FE-9C05-936DF3787E76}"/>
              </a:ext>
            </a:extLst>
          </p:cNvPr>
          <p:cNvSpPr>
            <a:spLocks noGrp="1" noChangeArrowheads="1"/>
          </p:cNvSpPr>
          <p:nvPr>
            <p:ph type="sldNum"/>
          </p:nvPr>
        </p:nvSpPr>
        <p:spPr>
          <a:ln/>
        </p:spPr>
        <p:txBody>
          <a:bodyPr/>
          <a:lstStyle/>
          <a:p>
            <a:fld id="{CE15EFB4-22FD-4463-B1EA-85919FFEBD55}" type="slidenum">
              <a:rPr lang="en-US" altLang="en-US"/>
              <a:pPr/>
              <a:t>62</a:t>
            </a:fld>
            <a:endParaRPr lang="en-US" altLang="en-US"/>
          </a:p>
        </p:txBody>
      </p:sp>
      <p:sp>
        <p:nvSpPr>
          <p:cNvPr id="48129" name="Text Box 1">
            <a:extLst>
              <a:ext uri="{FF2B5EF4-FFF2-40B4-BE49-F238E27FC236}">
                <a16:creationId xmlns:a16="http://schemas.microsoft.com/office/drawing/2014/main" id="{99237032-CDE0-254E-087F-BE91B14816B6}"/>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9pPr>
          </a:lstStyle>
          <a:p>
            <a:pPr algn="r">
              <a:buClrTx/>
              <a:buFontTx/>
              <a:buNone/>
            </a:pPr>
            <a:fld id="{C3CF3A04-1E20-4823-9728-C010F3CD6021}" type="slidenum">
              <a:rPr lang="en-US" altLang="en-US" sz="1200"/>
              <a:pPr algn="r">
                <a:buClrTx/>
                <a:buFontTx/>
                <a:buNone/>
              </a:pPr>
              <a:t>62</a:t>
            </a:fld>
            <a:endParaRPr lang="en-US" altLang="en-US" sz="1200"/>
          </a:p>
        </p:txBody>
      </p:sp>
      <p:sp>
        <p:nvSpPr>
          <p:cNvPr id="48130" name="Rectangle 2">
            <a:extLst>
              <a:ext uri="{FF2B5EF4-FFF2-40B4-BE49-F238E27FC236}">
                <a16:creationId xmlns:a16="http://schemas.microsoft.com/office/drawing/2014/main" id="{4790C032-407E-6425-87BB-D8B562742833}"/>
              </a:ext>
            </a:extLst>
          </p:cNvPr>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8131" name="Rectangle 3">
            <a:extLst>
              <a:ext uri="{FF2B5EF4-FFF2-40B4-BE49-F238E27FC236}">
                <a16:creationId xmlns:a16="http://schemas.microsoft.com/office/drawing/2014/main" id="{FC98A784-8CE8-91B5-E056-E9F06CF9B965}"/>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680621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B5EB6-4025-794B-849D-9751256243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81BA31C-F778-E4A0-C2F5-E161914D83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Slide Number Placeholder 3">
            <a:extLst>
              <a:ext uri="{FF2B5EF4-FFF2-40B4-BE49-F238E27FC236}">
                <a16:creationId xmlns:a16="http://schemas.microsoft.com/office/drawing/2014/main" id="{FB07ED42-6B62-47D8-A27E-A43C35550C26}"/>
              </a:ext>
            </a:extLst>
          </p:cNvPr>
          <p:cNvSpPr>
            <a:spLocks noGrp="1"/>
          </p:cNvSpPr>
          <p:nvPr>
            <p:ph type="sldNum" idx="10"/>
          </p:nvPr>
        </p:nvSpPr>
        <p:spPr/>
        <p:txBody>
          <a:bodyPr/>
          <a:lstStyle>
            <a:lvl1pPr>
              <a:defRPr/>
            </a:lvl1pPr>
          </a:lstStyle>
          <a:p>
            <a:r>
              <a:rPr lang="en-US" altLang="en-US"/>
              <a:t>December 17, 2013</a:t>
            </a:r>
          </a:p>
        </p:txBody>
      </p:sp>
    </p:spTree>
    <p:extLst>
      <p:ext uri="{BB962C8B-B14F-4D97-AF65-F5344CB8AC3E}">
        <p14:creationId xmlns:p14="http://schemas.microsoft.com/office/powerpoint/2010/main" val="3015795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6680E-2E89-BB2D-5B4D-C5FEE2C8B2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22C71E-6541-7FB1-46AA-E781118E73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56FD0BE3-71CC-221E-5E41-CE3647B411CC}"/>
              </a:ext>
            </a:extLst>
          </p:cNvPr>
          <p:cNvSpPr>
            <a:spLocks noGrp="1"/>
          </p:cNvSpPr>
          <p:nvPr>
            <p:ph type="sldNum" idx="10"/>
          </p:nvPr>
        </p:nvSpPr>
        <p:spPr/>
        <p:txBody>
          <a:bodyPr/>
          <a:lstStyle>
            <a:lvl1pPr>
              <a:defRPr/>
            </a:lvl1pPr>
          </a:lstStyle>
          <a:p>
            <a:r>
              <a:rPr lang="en-US" altLang="en-US"/>
              <a:t>December 17, 2013</a:t>
            </a:r>
          </a:p>
        </p:txBody>
      </p:sp>
    </p:spTree>
    <p:extLst>
      <p:ext uri="{BB962C8B-B14F-4D97-AF65-F5344CB8AC3E}">
        <p14:creationId xmlns:p14="http://schemas.microsoft.com/office/powerpoint/2010/main" val="1874485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08C7A-C6FE-6586-5197-72ADDF7DC029}"/>
              </a:ext>
            </a:extLst>
          </p:cNvPr>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F5A2255-5F7A-76F9-F4CE-A7C2F4A0F936}"/>
              </a:ext>
            </a:extLst>
          </p:cNvPr>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Slide Number Placeholder 3">
            <a:extLst>
              <a:ext uri="{FF2B5EF4-FFF2-40B4-BE49-F238E27FC236}">
                <a16:creationId xmlns:a16="http://schemas.microsoft.com/office/drawing/2014/main" id="{B5ADE391-2834-8B04-A5DB-A81AF23C37D4}"/>
              </a:ext>
            </a:extLst>
          </p:cNvPr>
          <p:cNvSpPr>
            <a:spLocks noGrp="1"/>
          </p:cNvSpPr>
          <p:nvPr>
            <p:ph type="sldNum" idx="10"/>
          </p:nvPr>
        </p:nvSpPr>
        <p:spPr/>
        <p:txBody>
          <a:bodyPr/>
          <a:lstStyle>
            <a:lvl1pPr>
              <a:defRPr/>
            </a:lvl1pPr>
          </a:lstStyle>
          <a:p>
            <a:r>
              <a:rPr lang="en-US" altLang="en-US"/>
              <a:t>December 17, 2013</a:t>
            </a:r>
          </a:p>
        </p:txBody>
      </p:sp>
    </p:spTree>
    <p:extLst>
      <p:ext uri="{BB962C8B-B14F-4D97-AF65-F5344CB8AC3E}">
        <p14:creationId xmlns:p14="http://schemas.microsoft.com/office/powerpoint/2010/main" val="1525939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1C170-9E9F-5622-EF2B-837CC37723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5E88FF-73A0-41E4-2686-7C28F61E27F5}"/>
              </a:ext>
            </a:extLst>
          </p:cNvPr>
          <p:cNvSpPr>
            <a:spLocks noGrp="1"/>
          </p:cNvSpPr>
          <p:nvPr>
            <p:ph sz="half" idx="1"/>
          </p:nvPr>
        </p:nvSpPr>
        <p:spPr>
          <a:xfrm>
            <a:off x="457200" y="955675"/>
            <a:ext cx="5511800" cy="450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FE8C9F-B652-1FCD-7308-2312268AFF75}"/>
              </a:ext>
            </a:extLst>
          </p:cNvPr>
          <p:cNvSpPr>
            <a:spLocks noGrp="1"/>
          </p:cNvSpPr>
          <p:nvPr>
            <p:ph sz="half" idx="2"/>
          </p:nvPr>
        </p:nvSpPr>
        <p:spPr>
          <a:xfrm>
            <a:off x="6172200" y="955675"/>
            <a:ext cx="5511800" cy="450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3DDDF879-D5C3-DBE9-67F7-4DD594BBA36D}"/>
              </a:ext>
            </a:extLst>
          </p:cNvPr>
          <p:cNvSpPr>
            <a:spLocks noGrp="1"/>
          </p:cNvSpPr>
          <p:nvPr>
            <p:ph type="sldNum" idx="10"/>
          </p:nvPr>
        </p:nvSpPr>
        <p:spPr/>
        <p:txBody>
          <a:bodyPr/>
          <a:lstStyle>
            <a:lvl1pPr>
              <a:defRPr/>
            </a:lvl1pPr>
          </a:lstStyle>
          <a:p>
            <a:r>
              <a:rPr lang="en-US" altLang="en-US"/>
              <a:t>December 17, 2013</a:t>
            </a:r>
          </a:p>
        </p:txBody>
      </p:sp>
    </p:spTree>
    <p:extLst>
      <p:ext uri="{BB962C8B-B14F-4D97-AF65-F5344CB8AC3E}">
        <p14:creationId xmlns:p14="http://schemas.microsoft.com/office/powerpoint/2010/main" val="3371806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10215-882B-DFDA-BADD-AE5170AFCB61}"/>
              </a:ext>
            </a:extLst>
          </p:cNvPr>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CC3339-BDE3-5ED4-5B39-1A3F832E4A81}"/>
              </a:ext>
            </a:extLst>
          </p:cNvPr>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86F31B-9EC7-7989-72DB-CAB93AD3A982}"/>
              </a:ext>
            </a:extLst>
          </p:cNvPr>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4F1B2EF-176E-4E70-9DF4-CEF0522485F1}"/>
              </a:ext>
            </a:extLst>
          </p:cNvPr>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E9F964-51AE-EFAE-A993-A3A969FD5E36}"/>
              </a:ext>
            </a:extLst>
          </p:cNvPr>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2F15D47-21B6-1851-C2F1-E541A3CCAF9F}"/>
              </a:ext>
            </a:extLst>
          </p:cNvPr>
          <p:cNvSpPr>
            <a:spLocks noGrp="1"/>
          </p:cNvSpPr>
          <p:nvPr>
            <p:ph type="sldNum" idx="10"/>
          </p:nvPr>
        </p:nvSpPr>
        <p:spPr/>
        <p:txBody>
          <a:bodyPr/>
          <a:lstStyle>
            <a:lvl1pPr>
              <a:defRPr/>
            </a:lvl1pPr>
          </a:lstStyle>
          <a:p>
            <a:r>
              <a:rPr lang="en-US" altLang="en-US"/>
              <a:t>December 17, 2013</a:t>
            </a:r>
          </a:p>
        </p:txBody>
      </p:sp>
    </p:spTree>
    <p:extLst>
      <p:ext uri="{BB962C8B-B14F-4D97-AF65-F5344CB8AC3E}">
        <p14:creationId xmlns:p14="http://schemas.microsoft.com/office/powerpoint/2010/main" val="3015193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7BDCB-76C4-BC49-3530-7CC1DEF0ACFB}"/>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6B380C8C-206E-103E-1E35-2C34BE899B96}"/>
              </a:ext>
            </a:extLst>
          </p:cNvPr>
          <p:cNvSpPr>
            <a:spLocks noGrp="1"/>
          </p:cNvSpPr>
          <p:nvPr>
            <p:ph type="sldNum" idx="10"/>
          </p:nvPr>
        </p:nvSpPr>
        <p:spPr/>
        <p:txBody>
          <a:bodyPr/>
          <a:lstStyle>
            <a:lvl1pPr>
              <a:defRPr/>
            </a:lvl1pPr>
          </a:lstStyle>
          <a:p>
            <a:r>
              <a:rPr lang="en-US" altLang="en-US"/>
              <a:t>December 17, 2013</a:t>
            </a:r>
          </a:p>
        </p:txBody>
      </p:sp>
    </p:spTree>
    <p:extLst>
      <p:ext uri="{BB962C8B-B14F-4D97-AF65-F5344CB8AC3E}">
        <p14:creationId xmlns:p14="http://schemas.microsoft.com/office/powerpoint/2010/main" val="1314122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9410E8-2353-ACFA-362D-45EF7AECA100}"/>
              </a:ext>
            </a:extLst>
          </p:cNvPr>
          <p:cNvSpPr>
            <a:spLocks noGrp="1"/>
          </p:cNvSpPr>
          <p:nvPr>
            <p:ph type="sldNum" idx="10"/>
          </p:nvPr>
        </p:nvSpPr>
        <p:spPr/>
        <p:txBody>
          <a:bodyPr/>
          <a:lstStyle>
            <a:lvl1pPr>
              <a:defRPr/>
            </a:lvl1pPr>
          </a:lstStyle>
          <a:p>
            <a:r>
              <a:rPr lang="en-US" altLang="en-US"/>
              <a:t>December 17, 2013</a:t>
            </a:r>
          </a:p>
        </p:txBody>
      </p:sp>
    </p:spTree>
    <p:extLst>
      <p:ext uri="{BB962C8B-B14F-4D97-AF65-F5344CB8AC3E}">
        <p14:creationId xmlns:p14="http://schemas.microsoft.com/office/powerpoint/2010/main" val="3123285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03D67-F2B7-72F4-EE0C-7EDBAE3CE319}"/>
              </a:ext>
            </a:extLst>
          </p:cNvPr>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5881A8F-4683-075D-43FA-23E5A990F4EC}"/>
              </a:ext>
            </a:extLst>
          </p:cNvPr>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ECA6F4-D0B5-7095-1C00-ADE1BA9E58DC}"/>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1B2E35B6-19EB-79E8-48B6-F53CD989F67E}"/>
              </a:ext>
            </a:extLst>
          </p:cNvPr>
          <p:cNvSpPr>
            <a:spLocks noGrp="1"/>
          </p:cNvSpPr>
          <p:nvPr>
            <p:ph type="sldNum" idx="10"/>
          </p:nvPr>
        </p:nvSpPr>
        <p:spPr/>
        <p:txBody>
          <a:bodyPr/>
          <a:lstStyle>
            <a:lvl1pPr>
              <a:defRPr/>
            </a:lvl1pPr>
          </a:lstStyle>
          <a:p>
            <a:r>
              <a:rPr lang="en-US" altLang="en-US"/>
              <a:t>December 17, 2013</a:t>
            </a:r>
          </a:p>
        </p:txBody>
      </p:sp>
    </p:spTree>
    <p:extLst>
      <p:ext uri="{BB962C8B-B14F-4D97-AF65-F5344CB8AC3E}">
        <p14:creationId xmlns:p14="http://schemas.microsoft.com/office/powerpoint/2010/main" val="176552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D57D9-5D08-8A19-250F-602C971A1B44}"/>
              </a:ext>
            </a:extLst>
          </p:cNvPr>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79D2F69-1C2D-AEFF-7BC8-3E15A77546D8}"/>
              </a:ext>
            </a:extLst>
          </p:cNvPr>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EB36D9-2E2B-F6A4-4E5D-B3B6660F416D}"/>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DCD485DE-3D70-B360-0956-AA444D4E887B}"/>
              </a:ext>
            </a:extLst>
          </p:cNvPr>
          <p:cNvSpPr>
            <a:spLocks noGrp="1"/>
          </p:cNvSpPr>
          <p:nvPr>
            <p:ph type="sldNum" idx="10"/>
          </p:nvPr>
        </p:nvSpPr>
        <p:spPr/>
        <p:txBody>
          <a:bodyPr/>
          <a:lstStyle>
            <a:lvl1pPr>
              <a:defRPr/>
            </a:lvl1pPr>
          </a:lstStyle>
          <a:p>
            <a:r>
              <a:rPr lang="en-US" altLang="en-US"/>
              <a:t>December 17, 2013</a:t>
            </a:r>
          </a:p>
        </p:txBody>
      </p:sp>
    </p:spTree>
    <p:extLst>
      <p:ext uri="{BB962C8B-B14F-4D97-AF65-F5344CB8AC3E}">
        <p14:creationId xmlns:p14="http://schemas.microsoft.com/office/powerpoint/2010/main" val="2033926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4164C-7EDD-3AA5-B798-55E3442695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5CB2F0-6D18-ACCC-6D1F-D8566F487C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B4A64BD6-053B-FBFC-5677-C917ED909D15}"/>
              </a:ext>
            </a:extLst>
          </p:cNvPr>
          <p:cNvSpPr>
            <a:spLocks noGrp="1"/>
          </p:cNvSpPr>
          <p:nvPr>
            <p:ph type="sldNum" idx="10"/>
          </p:nvPr>
        </p:nvSpPr>
        <p:spPr/>
        <p:txBody>
          <a:bodyPr/>
          <a:lstStyle>
            <a:lvl1pPr>
              <a:defRPr/>
            </a:lvl1pPr>
          </a:lstStyle>
          <a:p>
            <a:r>
              <a:rPr lang="en-US" altLang="en-US"/>
              <a:t>December 17, 2013</a:t>
            </a:r>
          </a:p>
        </p:txBody>
      </p:sp>
    </p:spTree>
    <p:extLst>
      <p:ext uri="{BB962C8B-B14F-4D97-AF65-F5344CB8AC3E}">
        <p14:creationId xmlns:p14="http://schemas.microsoft.com/office/powerpoint/2010/main" val="2705728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39D862-0B53-8133-694F-14400989DB2C}"/>
              </a:ext>
            </a:extLst>
          </p:cNvPr>
          <p:cNvSpPr>
            <a:spLocks noGrp="1"/>
          </p:cNvSpPr>
          <p:nvPr>
            <p:ph type="title" orient="vert"/>
          </p:nvPr>
        </p:nvSpPr>
        <p:spPr>
          <a:xfrm>
            <a:off x="8877301" y="274639"/>
            <a:ext cx="2806700" cy="518477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51CD42-AE42-D0B0-CC55-FAB485124597}"/>
              </a:ext>
            </a:extLst>
          </p:cNvPr>
          <p:cNvSpPr>
            <a:spLocks noGrp="1"/>
          </p:cNvSpPr>
          <p:nvPr>
            <p:ph type="body" orient="vert" idx="1"/>
          </p:nvPr>
        </p:nvSpPr>
        <p:spPr>
          <a:xfrm>
            <a:off x="457201" y="274639"/>
            <a:ext cx="8216900" cy="51847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305FF8BA-6832-882C-6F01-FA0B3EC86EEE}"/>
              </a:ext>
            </a:extLst>
          </p:cNvPr>
          <p:cNvSpPr>
            <a:spLocks noGrp="1"/>
          </p:cNvSpPr>
          <p:nvPr>
            <p:ph type="sldNum" idx="10"/>
          </p:nvPr>
        </p:nvSpPr>
        <p:spPr/>
        <p:txBody>
          <a:bodyPr/>
          <a:lstStyle>
            <a:lvl1pPr>
              <a:defRPr/>
            </a:lvl1pPr>
          </a:lstStyle>
          <a:p>
            <a:r>
              <a:rPr lang="en-US" altLang="en-US"/>
              <a:t>December 17, 2013</a:t>
            </a:r>
          </a:p>
        </p:txBody>
      </p:sp>
    </p:spTree>
    <p:extLst>
      <p:ext uri="{BB962C8B-B14F-4D97-AF65-F5344CB8AC3E}">
        <p14:creationId xmlns:p14="http://schemas.microsoft.com/office/powerpoint/2010/main" val="31601581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9A19C-852F-79ED-61D4-D0A7E226EE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6A1661F-CF09-483D-3ED4-ABCD039B2D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Slide Number Placeholder 3">
            <a:extLst>
              <a:ext uri="{FF2B5EF4-FFF2-40B4-BE49-F238E27FC236}">
                <a16:creationId xmlns:a16="http://schemas.microsoft.com/office/drawing/2014/main" id="{FF42FA22-1750-0E1B-673C-C9F54488F69B}"/>
              </a:ext>
            </a:extLst>
          </p:cNvPr>
          <p:cNvSpPr>
            <a:spLocks noGrp="1"/>
          </p:cNvSpPr>
          <p:nvPr>
            <p:ph type="sldNum" idx="10"/>
          </p:nvPr>
        </p:nvSpPr>
        <p:spPr/>
        <p:txBody>
          <a:bodyPr/>
          <a:lstStyle>
            <a:lvl1pPr>
              <a:defRPr/>
            </a:lvl1pPr>
          </a:lstStyle>
          <a:p>
            <a:fld id="{BA2BEEDD-9A14-4E0C-9F46-5B314A6D304C}" type="slidenum">
              <a:rPr lang="en-US" altLang="en-US"/>
              <a:pPr/>
              <a:t>‹#›</a:t>
            </a:fld>
            <a:endParaRPr lang="en-US" altLang="en-US"/>
          </a:p>
        </p:txBody>
      </p:sp>
    </p:spTree>
    <p:extLst>
      <p:ext uri="{BB962C8B-B14F-4D97-AF65-F5344CB8AC3E}">
        <p14:creationId xmlns:p14="http://schemas.microsoft.com/office/powerpoint/2010/main" val="40712194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8AB6B-8900-8359-E91B-4F944CBCEC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DF9B67-23DC-142D-C995-57CC12B2B0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4296C302-50D9-A6F7-963E-79162FAF9C88}"/>
              </a:ext>
            </a:extLst>
          </p:cNvPr>
          <p:cNvSpPr>
            <a:spLocks noGrp="1"/>
          </p:cNvSpPr>
          <p:nvPr>
            <p:ph type="sldNum" idx="10"/>
          </p:nvPr>
        </p:nvSpPr>
        <p:spPr/>
        <p:txBody>
          <a:bodyPr/>
          <a:lstStyle>
            <a:lvl1pPr>
              <a:defRPr/>
            </a:lvl1pPr>
          </a:lstStyle>
          <a:p>
            <a:fld id="{61D54ED4-45E6-44BF-AFD8-D0CE033AA05C}" type="slidenum">
              <a:rPr lang="en-US" altLang="en-US"/>
              <a:pPr/>
              <a:t>‹#›</a:t>
            </a:fld>
            <a:endParaRPr lang="en-US" altLang="en-US"/>
          </a:p>
        </p:txBody>
      </p:sp>
    </p:spTree>
    <p:extLst>
      <p:ext uri="{BB962C8B-B14F-4D97-AF65-F5344CB8AC3E}">
        <p14:creationId xmlns:p14="http://schemas.microsoft.com/office/powerpoint/2010/main" val="986831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349CC-6FF2-3D36-3E8A-B857C20E01C7}"/>
              </a:ext>
            </a:extLst>
          </p:cNvPr>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F0A5B10-37D7-B1B7-00EC-E3487B48891B}"/>
              </a:ext>
            </a:extLst>
          </p:cNvPr>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Slide Number Placeholder 3">
            <a:extLst>
              <a:ext uri="{FF2B5EF4-FFF2-40B4-BE49-F238E27FC236}">
                <a16:creationId xmlns:a16="http://schemas.microsoft.com/office/drawing/2014/main" id="{86BC004B-655E-F355-4552-05DF6F2AA542}"/>
              </a:ext>
            </a:extLst>
          </p:cNvPr>
          <p:cNvSpPr>
            <a:spLocks noGrp="1"/>
          </p:cNvSpPr>
          <p:nvPr>
            <p:ph type="sldNum" idx="10"/>
          </p:nvPr>
        </p:nvSpPr>
        <p:spPr/>
        <p:txBody>
          <a:bodyPr/>
          <a:lstStyle>
            <a:lvl1pPr>
              <a:defRPr/>
            </a:lvl1pPr>
          </a:lstStyle>
          <a:p>
            <a:fld id="{D32ED1D9-598E-4FF3-A0C1-39B85679A799}" type="slidenum">
              <a:rPr lang="en-US" altLang="en-US"/>
              <a:pPr/>
              <a:t>‹#›</a:t>
            </a:fld>
            <a:endParaRPr lang="en-US" altLang="en-US"/>
          </a:p>
        </p:txBody>
      </p:sp>
    </p:spTree>
    <p:extLst>
      <p:ext uri="{BB962C8B-B14F-4D97-AF65-F5344CB8AC3E}">
        <p14:creationId xmlns:p14="http://schemas.microsoft.com/office/powerpoint/2010/main" val="215401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645FC-410F-229D-1306-252923A510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2F16E5-9B6E-D1E6-91C5-7609AF2A7B33}"/>
              </a:ext>
            </a:extLst>
          </p:cNvPr>
          <p:cNvSpPr>
            <a:spLocks noGrp="1"/>
          </p:cNvSpPr>
          <p:nvPr>
            <p:ph sz="half" idx="1"/>
          </p:nvPr>
        </p:nvSpPr>
        <p:spPr>
          <a:xfrm>
            <a:off x="457200" y="955675"/>
            <a:ext cx="5511800" cy="450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EDFA46-D4D8-E556-0AC8-9DD8272EF7F3}"/>
              </a:ext>
            </a:extLst>
          </p:cNvPr>
          <p:cNvSpPr>
            <a:spLocks noGrp="1"/>
          </p:cNvSpPr>
          <p:nvPr>
            <p:ph sz="half" idx="2"/>
          </p:nvPr>
        </p:nvSpPr>
        <p:spPr>
          <a:xfrm>
            <a:off x="6172200" y="955675"/>
            <a:ext cx="5511800" cy="450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0C527502-AD31-1F50-8E2C-2F5FC09EC5AD}"/>
              </a:ext>
            </a:extLst>
          </p:cNvPr>
          <p:cNvSpPr>
            <a:spLocks noGrp="1"/>
          </p:cNvSpPr>
          <p:nvPr>
            <p:ph type="sldNum" idx="10"/>
          </p:nvPr>
        </p:nvSpPr>
        <p:spPr/>
        <p:txBody>
          <a:bodyPr/>
          <a:lstStyle>
            <a:lvl1pPr>
              <a:defRPr/>
            </a:lvl1pPr>
          </a:lstStyle>
          <a:p>
            <a:fld id="{62DEC2ED-842E-4699-A4EF-33066F534753}" type="slidenum">
              <a:rPr lang="en-US" altLang="en-US"/>
              <a:pPr/>
              <a:t>‹#›</a:t>
            </a:fld>
            <a:endParaRPr lang="en-US" altLang="en-US"/>
          </a:p>
        </p:txBody>
      </p:sp>
    </p:spTree>
    <p:extLst>
      <p:ext uri="{BB962C8B-B14F-4D97-AF65-F5344CB8AC3E}">
        <p14:creationId xmlns:p14="http://schemas.microsoft.com/office/powerpoint/2010/main" val="24236047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05FB1-D08D-3726-63EC-C39DFAC65CF9}"/>
              </a:ext>
            </a:extLst>
          </p:cNvPr>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71F86BB-3204-00B5-BBBF-15565CB05152}"/>
              </a:ext>
            </a:extLst>
          </p:cNvPr>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90EDF4-1E86-F4C4-9FC4-2C2F581761E8}"/>
              </a:ext>
            </a:extLst>
          </p:cNvPr>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F5E747D-1BF1-2240-3368-5F3E9DF55655}"/>
              </a:ext>
            </a:extLst>
          </p:cNvPr>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F65016-9F29-BE2C-2A67-601A74145ED0}"/>
              </a:ext>
            </a:extLst>
          </p:cNvPr>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794AD05-3E91-ADAE-132E-254739736F33}"/>
              </a:ext>
            </a:extLst>
          </p:cNvPr>
          <p:cNvSpPr>
            <a:spLocks noGrp="1"/>
          </p:cNvSpPr>
          <p:nvPr>
            <p:ph type="sldNum" idx="10"/>
          </p:nvPr>
        </p:nvSpPr>
        <p:spPr/>
        <p:txBody>
          <a:bodyPr/>
          <a:lstStyle>
            <a:lvl1pPr>
              <a:defRPr/>
            </a:lvl1pPr>
          </a:lstStyle>
          <a:p>
            <a:fld id="{2485ADDC-873E-402C-83F8-0EA0EF056FBE}" type="slidenum">
              <a:rPr lang="en-US" altLang="en-US"/>
              <a:pPr/>
              <a:t>‹#›</a:t>
            </a:fld>
            <a:endParaRPr lang="en-US" altLang="en-US"/>
          </a:p>
        </p:txBody>
      </p:sp>
    </p:spTree>
    <p:extLst>
      <p:ext uri="{BB962C8B-B14F-4D97-AF65-F5344CB8AC3E}">
        <p14:creationId xmlns:p14="http://schemas.microsoft.com/office/powerpoint/2010/main" val="38765995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998A7-A9F0-490D-C972-C6E85F9C564A}"/>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9858A0BB-0DA1-E305-903E-2BE3F3352060}"/>
              </a:ext>
            </a:extLst>
          </p:cNvPr>
          <p:cNvSpPr>
            <a:spLocks noGrp="1"/>
          </p:cNvSpPr>
          <p:nvPr>
            <p:ph type="sldNum" idx="10"/>
          </p:nvPr>
        </p:nvSpPr>
        <p:spPr/>
        <p:txBody>
          <a:bodyPr/>
          <a:lstStyle>
            <a:lvl1pPr>
              <a:defRPr/>
            </a:lvl1pPr>
          </a:lstStyle>
          <a:p>
            <a:fld id="{D3576A6B-320A-45BB-A2F1-7E26F4974078}" type="slidenum">
              <a:rPr lang="en-US" altLang="en-US"/>
              <a:pPr/>
              <a:t>‹#›</a:t>
            </a:fld>
            <a:endParaRPr lang="en-US" altLang="en-US"/>
          </a:p>
        </p:txBody>
      </p:sp>
    </p:spTree>
    <p:extLst>
      <p:ext uri="{BB962C8B-B14F-4D97-AF65-F5344CB8AC3E}">
        <p14:creationId xmlns:p14="http://schemas.microsoft.com/office/powerpoint/2010/main" val="12071868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168677-CF30-C15F-6F8B-FC673BCB3C4C}"/>
              </a:ext>
            </a:extLst>
          </p:cNvPr>
          <p:cNvSpPr>
            <a:spLocks noGrp="1"/>
          </p:cNvSpPr>
          <p:nvPr>
            <p:ph type="sldNum" idx="10"/>
          </p:nvPr>
        </p:nvSpPr>
        <p:spPr/>
        <p:txBody>
          <a:bodyPr/>
          <a:lstStyle>
            <a:lvl1pPr>
              <a:defRPr/>
            </a:lvl1pPr>
          </a:lstStyle>
          <a:p>
            <a:fld id="{AAE49539-5CD6-4EAD-A87D-0E1F8822F03A}" type="slidenum">
              <a:rPr lang="en-US" altLang="en-US"/>
              <a:pPr/>
              <a:t>‹#›</a:t>
            </a:fld>
            <a:endParaRPr lang="en-US" altLang="en-US"/>
          </a:p>
        </p:txBody>
      </p:sp>
    </p:spTree>
    <p:extLst>
      <p:ext uri="{BB962C8B-B14F-4D97-AF65-F5344CB8AC3E}">
        <p14:creationId xmlns:p14="http://schemas.microsoft.com/office/powerpoint/2010/main" val="21089650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DD020-56FB-423B-3526-F0B11075A88B}"/>
              </a:ext>
            </a:extLst>
          </p:cNvPr>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7EB23BB-B772-8A46-E82E-8AE5B60C1100}"/>
              </a:ext>
            </a:extLst>
          </p:cNvPr>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F40E75-37ED-342C-81F5-ADC080CB2EEA}"/>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D3F69BEF-9A18-D82F-19DF-9C19A56EC1E0}"/>
              </a:ext>
            </a:extLst>
          </p:cNvPr>
          <p:cNvSpPr>
            <a:spLocks noGrp="1"/>
          </p:cNvSpPr>
          <p:nvPr>
            <p:ph type="sldNum" idx="10"/>
          </p:nvPr>
        </p:nvSpPr>
        <p:spPr/>
        <p:txBody>
          <a:bodyPr/>
          <a:lstStyle>
            <a:lvl1pPr>
              <a:defRPr/>
            </a:lvl1pPr>
          </a:lstStyle>
          <a:p>
            <a:fld id="{ADB1D5A4-22BD-4584-A2CF-965064373E59}" type="slidenum">
              <a:rPr lang="en-US" altLang="en-US"/>
              <a:pPr/>
              <a:t>‹#›</a:t>
            </a:fld>
            <a:endParaRPr lang="en-US" altLang="en-US"/>
          </a:p>
        </p:txBody>
      </p:sp>
    </p:spTree>
    <p:extLst>
      <p:ext uri="{BB962C8B-B14F-4D97-AF65-F5344CB8AC3E}">
        <p14:creationId xmlns:p14="http://schemas.microsoft.com/office/powerpoint/2010/main" val="10164607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C2B69-D88B-EFAA-F9E6-DC147263DB0B}"/>
              </a:ext>
            </a:extLst>
          </p:cNvPr>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3472C2-0AF8-1155-5F1E-70B097D7B606}"/>
              </a:ext>
            </a:extLst>
          </p:cNvPr>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7AD7FD-FCD3-462E-14FC-E7A9270CCFE1}"/>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421B3546-4607-DAAB-EA94-96B0D3267DCF}"/>
              </a:ext>
            </a:extLst>
          </p:cNvPr>
          <p:cNvSpPr>
            <a:spLocks noGrp="1"/>
          </p:cNvSpPr>
          <p:nvPr>
            <p:ph type="sldNum" idx="10"/>
          </p:nvPr>
        </p:nvSpPr>
        <p:spPr/>
        <p:txBody>
          <a:bodyPr/>
          <a:lstStyle>
            <a:lvl1pPr>
              <a:defRPr/>
            </a:lvl1pPr>
          </a:lstStyle>
          <a:p>
            <a:fld id="{0CE0C263-7C26-4879-A49A-C73344CC753A}" type="slidenum">
              <a:rPr lang="en-US" altLang="en-US"/>
              <a:pPr/>
              <a:t>‹#›</a:t>
            </a:fld>
            <a:endParaRPr lang="en-US" altLang="en-US"/>
          </a:p>
        </p:txBody>
      </p:sp>
    </p:spTree>
    <p:extLst>
      <p:ext uri="{BB962C8B-B14F-4D97-AF65-F5344CB8AC3E}">
        <p14:creationId xmlns:p14="http://schemas.microsoft.com/office/powerpoint/2010/main" val="39514473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6FCE8-A809-A130-AE88-841FA92D11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0B26A6E-93B1-5E1B-5162-36A2255BA5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F2A8C9D2-8002-CD4B-7F5B-35765C30CF13}"/>
              </a:ext>
            </a:extLst>
          </p:cNvPr>
          <p:cNvSpPr>
            <a:spLocks noGrp="1"/>
          </p:cNvSpPr>
          <p:nvPr>
            <p:ph type="sldNum" idx="10"/>
          </p:nvPr>
        </p:nvSpPr>
        <p:spPr/>
        <p:txBody>
          <a:bodyPr/>
          <a:lstStyle>
            <a:lvl1pPr>
              <a:defRPr/>
            </a:lvl1pPr>
          </a:lstStyle>
          <a:p>
            <a:fld id="{FA4EC59F-8BD3-4B0A-8C8B-24157C2A6E49}" type="slidenum">
              <a:rPr lang="en-US" altLang="en-US"/>
              <a:pPr/>
              <a:t>‹#›</a:t>
            </a:fld>
            <a:endParaRPr lang="en-US" altLang="en-US"/>
          </a:p>
        </p:txBody>
      </p:sp>
    </p:spTree>
    <p:extLst>
      <p:ext uri="{BB962C8B-B14F-4D97-AF65-F5344CB8AC3E}">
        <p14:creationId xmlns:p14="http://schemas.microsoft.com/office/powerpoint/2010/main" val="22026898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4C9A89-505D-B521-7F8F-EC05159D4402}"/>
              </a:ext>
            </a:extLst>
          </p:cNvPr>
          <p:cNvSpPr>
            <a:spLocks noGrp="1"/>
          </p:cNvSpPr>
          <p:nvPr>
            <p:ph type="title" orient="vert"/>
          </p:nvPr>
        </p:nvSpPr>
        <p:spPr>
          <a:xfrm>
            <a:off x="8877301" y="274639"/>
            <a:ext cx="2806700" cy="518477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ADEEFA-9531-F492-2456-146F910A191A}"/>
              </a:ext>
            </a:extLst>
          </p:cNvPr>
          <p:cNvSpPr>
            <a:spLocks noGrp="1"/>
          </p:cNvSpPr>
          <p:nvPr>
            <p:ph type="body" orient="vert" idx="1"/>
          </p:nvPr>
        </p:nvSpPr>
        <p:spPr>
          <a:xfrm>
            <a:off x="457201" y="274639"/>
            <a:ext cx="8216900" cy="51847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897C2670-E0D0-122C-8A17-E331A359C219}"/>
              </a:ext>
            </a:extLst>
          </p:cNvPr>
          <p:cNvSpPr>
            <a:spLocks noGrp="1"/>
          </p:cNvSpPr>
          <p:nvPr>
            <p:ph type="sldNum" idx="10"/>
          </p:nvPr>
        </p:nvSpPr>
        <p:spPr/>
        <p:txBody>
          <a:bodyPr/>
          <a:lstStyle>
            <a:lvl1pPr>
              <a:defRPr/>
            </a:lvl1pPr>
          </a:lstStyle>
          <a:p>
            <a:fld id="{175014B2-D547-43F0-9565-CF4CB8EA0ECD}" type="slidenum">
              <a:rPr lang="en-US" altLang="en-US"/>
              <a:pPr/>
              <a:t>‹#›</a:t>
            </a:fld>
            <a:endParaRPr lang="en-US" altLang="en-US"/>
          </a:p>
        </p:txBody>
      </p:sp>
    </p:spTree>
    <p:extLst>
      <p:ext uri="{BB962C8B-B14F-4D97-AF65-F5344CB8AC3E}">
        <p14:creationId xmlns:p14="http://schemas.microsoft.com/office/powerpoint/2010/main" val="349762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4.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5.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4E84C4"/>
        </a:solidFill>
        <a:effectLst/>
      </p:bgPr>
    </p:bg>
    <p:spTree>
      <p:nvGrpSpPr>
        <p:cNvPr id="1" name=""/>
        <p:cNvGrpSpPr/>
        <p:nvPr/>
      </p:nvGrpSpPr>
      <p:grpSpPr>
        <a:xfrm>
          <a:off x="0" y="0"/>
          <a:ext cx="0" cy="0"/>
          <a:chOff x="0" y="0"/>
          <a:chExt cx="0" cy="0"/>
        </a:xfrm>
      </p:grpSpPr>
      <p:pic>
        <p:nvPicPr>
          <p:cNvPr id="2049" name="Picture 1">
            <a:extLst>
              <a:ext uri="{FF2B5EF4-FFF2-40B4-BE49-F238E27FC236}">
                <a16:creationId xmlns:a16="http://schemas.microsoft.com/office/drawing/2014/main" id="{60DEA0B8-8512-125C-2597-76DA8F7B79F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t="1215" b="1630"/>
          <a:stretch>
            <a:fillRect/>
          </a:stretch>
        </p:blipFill>
        <p:spPr bwMode="auto">
          <a:xfrm>
            <a:off x="0" y="1682750"/>
            <a:ext cx="12192000" cy="2274888"/>
          </a:xfrm>
          <a:prstGeom prst="rect">
            <a:avLst/>
          </a:prstGeom>
          <a:noFill/>
          <a:ln>
            <a:noFill/>
          </a:ln>
          <a:effectLst/>
          <a:extLst>
            <a:ext uri="{909E8E84-426E-40DD-AFC4-6F175D3DCCD1}">
              <a14:hiddenFill xmlns:a14="http://schemas.microsoft.com/office/drawing/2010/main">
                <a:blipFill dpi="0" rotWithShape="0">
                  <a:blip/>
                  <a:srcRect t="1215" b="1630"/>
                  <a:stretch>
                    <a:fillRect/>
                  </a:stretch>
                </a:blip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50" name="Picture 2">
            <a:extLst>
              <a:ext uri="{FF2B5EF4-FFF2-40B4-BE49-F238E27FC236}">
                <a16:creationId xmlns:a16="http://schemas.microsoft.com/office/drawing/2014/main" id="{738289B9-D42E-2274-3A00-BAA632EE67A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l="1074" t="4198" r="693" b="2957"/>
          <a:stretch>
            <a:fillRect/>
          </a:stretch>
        </p:blipFill>
        <p:spPr bwMode="auto">
          <a:xfrm>
            <a:off x="116418" y="330200"/>
            <a:ext cx="11976100" cy="700088"/>
          </a:xfrm>
          <a:prstGeom prst="rect">
            <a:avLst/>
          </a:prstGeom>
          <a:noFill/>
          <a:ln>
            <a:noFill/>
          </a:ln>
          <a:effectLst/>
          <a:extLst>
            <a:ext uri="{909E8E84-426E-40DD-AFC4-6F175D3DCCD1}">
              <a14:hiddenFill xmlns:a14="http://schemas.microsoft.com/office/drawing/2010/main">
                <a:blipFill dpi="0" rotWithShape="0">
                  <a:blip/>
                  <a:srcRect l="1074" t="4198" r="693" b="2957"/>
                  <a:stretch>
                    <a:fillRect/>
                  </a:stretch>
                </a:blip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51" name="Picture 3">
            <a:extLst>
              <a:ext uri="{FF2B5EF4-FFF2-40B4-BE49-F238E27FC236}">
                <a16:creationId xmlns:a16="http://schemas.microsoft.com/office/drawing/2014/main" id="{42E099B8-844D-0E44-CA78-DD2A4C17AEB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l="1349" t="5602" r="1587" b="3758"/>
          <a:stretch>
            <a:fillRect/>
          </a:stretch>
        </p:blipFill>
        <p:spPr bwMode="auto">
          <a:xfrm>
            <a:off x="9012767" y="6091239"/>
            <a:ext cx="2728384" cy="460375"/>
          </a:xfrm>
          <a:prstGeom prst="rect">
            <a:avLst/>
          </a:prstGeom>
          <a:noFill/>
          <a:ln>
            <a:noFill/>
          </a:ln>
          <a:effectLst/>
          <a:extLst>
            <a:ext uri="{909E8E84-426E-40DD-AFC4-6F175D3DCCD1}">
              <a14:hiddenFill xmlns:a14="http://schemas.microsoft.com/office/drawing/2010/main">
                <a:blipFill dpi="0" rotWithShape="0">
                  <a:blip/>
                  <a:srcRect l="1349" t="5602" r="1587" b="3758"/>
                  <a:stretch>
                    <a:fillRect/>
                  </a:stretch>
                </a:blip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52" name="Rectangle 4">
            <a:extLst>
              <a:ext uri="{FF2B5EF4-FFF2-40B4-BE49-F238E27FC236}">
                <a16:creationId xmlns:a16="http://schemas.microsoft.com/office/drawing/2014/main" id="{B430FFC5-F6FC-7F93-83FE-6155C3F1F570}"/>
              </a:ext>
            </a:extLst>
          </p:cNvPr>
          <p:cNvSpPr>
            <a:spLocks noGrp="1" noChangeArrowheads="1"/>
          </p:cNvSpPr>
          <p:nvPr>
            <p:ph type="title"/>
          </p:nvPr>
        </p:nvSpPr>
        <p:spPr bwMode="auto">
          <a:xfrm>
            <a:off x="457200" y="274639"/>
            <a:ext cx="11226800" cy="573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en-GB" altLang="en-US"/>
              <a:t>Click to edit the title text format</a:t>
            </a:r>
          </a:p>
        </p:txBody>
      </p:sp>
      <p:sp>
        <p:nvSpPr>
          <p:cNvPr id="2053" name="Rectangle 5">
            <a:extLst>
              <a:ext uri="{FF2B5EF4-FFF2-40B4-BE49-F238E27FC236}">
                <a16:creationId xmlns:a16="http://schemas.microsoft.com/office/drawing/2014/main" id="{CCC0A40E-D293-E1DE-2113-FBCD4976ED25}"/>
              </a:ext>
            </a:extLst>
          </p:cNvPr>
          <p:cNvSpPr>
            <a:spLocks noGrp="1" noChangeArrowheads="1"/>
          </p:cNvSpPr>
          <p:nvPr>
            <p:ph type="body" idx="1"/>
          </p:nvPr>
        </p:nvSpPr>
        <p:spPr bwMode="auto">
          <a:xfrm>
            <a:off x="457200" y="955675"/>
            <a:ext cx="11226800" cy="4503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a:p>
            <a:pPr lvl="4"/>
            <a:r>
              <a:rPr lang="en-GB" altLang="en-US"/>
              <a:t>Eighth Outline Level</a:t>
            </a:r>
          </a:p>
          <a:p>
            <a:pPr lvl="4"/>
            <a:r>
              <a:rPr lang="en-GB" altLang="en-US"/>
              <a:t>Ninth Outline Level</a:t>
            </a:r>
          </a:p>
        </p:txBody>
      </p:sp>
      <p:sp>
        <p:nvSpPr>
          <p:cNvPr id="2054" name="Rectangle 6">
            <a:extLst>
              <a:ext uri="{FF2B5EF4-FFF2-40B4-BE49-F238E27FC236}">
                <a16:creationId xmlns:a16="http://schemas.microsoft.com/office/drawing/2014/main" id="{4D4B8752-C100-CFF0-0338-9383CE945E60}"/>
              </a:ext>
            </a:extLst>
          </p:cNvPr>
          <p:cNvSpPr>
            <a:spLocks noGrp="1" noChangeArrowheads="1"/>
          </p:cNvSpPr>
          <p:nvPr>
            <p:ph type="sldNum"/>
          </p:nvPr>
        </p:nvSpPr>
        <p:spPr bwMode="auto">
          <a:xfrm>
            <a:off x="372534" y="6342064"/>
            <a:ext cx="2815167" cy="242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a:spcBef>
                <a:spcPts val="563"/>
              </a:spcBef>
              <a:buClrTx/>
              <a:buFontTx/>
              <a:buNone/>
              <a:tabLst>
                <a:tab pos="723900" algn="l"/>
                <a:tab pos="1447800" algn="l"/>
              </a:tabLst>
              <a:defRPr sz="900">
                <a:solidFill>
                  <a:srgbClr val="FFFFFF"/>
                </a:solidFill>
                <a:latin typeface="+mj-lt"/>
                <a:cs typeface="Lucida Sans Unicode" panose="020B0602030504020204" pitchFamily="34" charset="0"/>
              </a:defRPr>
            </a:lvl1pPr>
          </a:lstStyle>
          <a:p>
            <a:r>
              <a:rPr lang="en-US" altLang="en-US"/>
              <a:t>December 17, 2013</a:t>
            </a:r>
          </a:p>
        </p:txBody>
      </p:sp>
      <p:sp>
        <p:nvSpPr>
          <p:cNvPr id="2055" name="Text Box 7">
            <a:extLst>
              <a:ext uri="{FF2B5EF4-FFF2-40B4-BE49-F238E27FC236}">
                <a16:creationId xmlns:a16="http://schemas.microsoft.com/office/drawing/2014/main" id="{A43E9B80-151D-EEAC-D53C-3788B8DC83C7}"/>
              </a:ext>
            </a:extLst>
          </p:cNvPr>
          <p:cNvSpPr txBox="1">
            <a:spLocks noChangeArrowheads="1"/>
          </p:cNvSpPr>
          <p:nvPr/>
        </p:nvSpPr>
        <p:spPr bwMode="auto">
          <a:xfrm>
            <a:off x="1839384" y="6342063"/>
            <a:ext cx="3048000" cy="265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457200" rtl="0" eaLnBrk="0" fontAlgn="base" hangingPunct="0">
        <a:spcBef>
          <a:spcPct val="0"/>
        </a:spcBef>
        <a:spcAft>
          <a:spcPct val="0"/>
        </a:spcAft>
        <a:buClr>
          <a:srgbClr val="000000"/>
        </a:buClr>
        <a:buSzPct val="100000"/>
        <a:buFont typeface="Times New Roman" panose="02020603050405020304" pitchFamily="18" charset="0"/>
        <a:defRPr sz="2800" kern="1200">
          <a:solidFill>
            <a:srgbClr val="4E84C4"/>
          </a:solidFill>
          <a:latin typeface="+mj-lt"/>
          <a:ea typeface="+mj-ea"/>
          <a:cs typeface="+mj-cs"/>
        </a:defRPr>
      </a:lvl1pPr>
      <a:lvl2pPr marL="742950" indent="-28575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2pPr>
      <a:lvl3pPr marL="1143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3pPr>
      <a:lvl4pPr marL="1600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4pPr>
      <a:lvl5pPr marL="20574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5pPr>
      <a:lvl6pPr marL="25146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6pPr>
      <a:lvl7pPr marL="29718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7pPr>
      <a:lvl8pPr marL="3429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8pPr>
      <a:lvl9pPr marL="3886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9pPr>
    </p:titleStyle>
    <p:bodyStyle>
      <a:lvl1pPr marL="342900" indent="-3429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1pPr>
      <a:lvl2pPr marL="742950" indent="-28575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2pPr>
      <a:lvl3pPr marL="11430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3pPr>
      <a:lvl4pPr marL="16002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4pPr>
      <a:lvl5pPr marL="20574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5" name="Picture 1">
            <a:extLst>
              <a:ext uri="{FF2B5EF4-FFF2-40B4-BE49-F238E27FC236}">
                <a16:creationId xmlns:a16="http://schemas.microsoft.com/office/drawing/2014/main" id="{9FDB87CC-3AC1-DB2D-496E-4C4D25EE695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t="2814" b="4417"/>
          <a:stretch>
            <a:fillRect/>
          </a:stretch>
        </p:blipFill>
        <p:spPr bwMode="auto">
          <a:xfrm>
            <a:off x="0" y="5395914"/>
            <a:ext cx="12192000" cy="936625"/>
          </a:xfrm>
          <a:prstGeom prst="rect">
            <a:avLst/>
          </a:prstGeom>
          <a:noFill/>
          <a:ln>
            <a:noFill/>
          </a:ln>
          <a:effectLst/>
          <a:extLst>
            <a:ext uri="{909E8E84-426E-40DD-AFC4-6F175D3DCCD1}">
              <a14:hiddenFill xmlns:a14="http://schemas.microsoft.com/office/drawing/2010/main">
                <a:blipFill dpi="0" rotWithShape="0">
                  <a:blip/>
                  <a:srcRect t="2814" b="4417"/>
                  <a:stretch>
                    <a:fillRect/>
                  </a:stretch>
                </a:blip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6" name="Rectangle 2">
            <a:extLst>
              <a:ext uri="{FF2B5EF4-FFF2-40B4-BE49-F238E27FC236}">
                <a16:creationId xmlns:a16="http://schemas.microsoft.com/office/drawing/2014/main" id="{7CFF4C33-6B29-AF8B-A644-1F9ECCAA3EA5}"/>
              </a:ext>
            </a:extLst>
          </p:cNvPr>
          <p:cNvSpPr>
            <a:spLocks noGrp="1" noChangeArrowheads="1"/>
          </p:cNvSpPr>
          <p:nvPr>
            <p:ph type="title"/>
          </p:nvPr>
        </p:nvSpPr>
        <p:spPr bwMode="auto">
          <a:xfrm>
            <a:off x="457200" y="274639"/>
            <a:ext cx="11226800" cy="573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en-GB" altLang="en-US"/>
              <a:t>Click to edit the title text format</a:t>
            </a:r>
          </a:p>
        </p:txBody>
      </p:sp>
      <p:sp>
        <p:nvSpPr>
          <p:cNvPr id="1027" name="Rectangle 3">
            <a:extLst>
              <a:ext uri="{FF2B5EF4-FFF2-40B4-BE49-F238E27FC236}">
                <a16:creationId xmlns:a16="http://schemas.microsoft.com/office/drawing/2014/main" id="{D68E3150-18B6-E181-EB1C-9900FFEB9CB7}"/>
              </a:ext>
            </a:extLst>
          </p:cNvPr>
          <p:cNvSpPr>
            <a:spLocks noGrp="1" noChangeArrowheads="1"/>
          </p:cNvSpPr>
          <p:nvPr>
            <p:ph type="body" idx="1"/>
          </p:nvPr>
        </p:nvSpPr>
        <p:spPr bwMode="auto">
          <a:xfrm>
            <a:off x="457200" y="955675"/>
            <a:ext cx="11226800" cy="4503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a:p>
            <a:pPr lvl="4"/>
            <a:r>
              <a:rPr lang="en-GB" altLang="en-US"/>
              <a:t>Eighth Outline Level</a:t>
            </a:r>
          </a:p>
          <a:p>
            <a:pPr lvl="4"/>
            <a:r>
              <a:rPr lang="en-GB" altLang="en-US"/>
              <a:t>Ninth Outline Level</a:t>
            </a:r>
          </a:p>
        </p:txBody>
      </p:sp>
      <p:sp>
        <p:nvSpPr>
          <p:cNvPr id="1028" name="Rectangle 4">
            <a:extLst>
              <a:ext uri="{FF2B5EF4-FFF2-40B4-BE49-F238E27FC236}">
                <a16:creationId xmlns:a16="http://schemas.microsoft.com/office/drawing/2014/main" id="{D2A4D733-BEFA-4669-A06B-79EFD8816493}"/>
              </a:ext>
            </a:extLst>
          </p:cNvPr>
          <p:cNvSpPr>
            <a:spLocks noGrp="1" noChangeArrowheads="1"/>
          </p:cNvSpPr>
          <p:nvPr>
            <p:ph type="sldNum"/>
          </p:nvPr>
        </p:nvSpPr>
        <p:spPr bwMode="auto">
          <a:xfrm>
            <a:off x="11303001" y="6461125"/>
            <a:ext cx="478367"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defRPr>
            </a:lvl1pPr>
          </a:lstStyle>
          <a:p>
            <a:fld id="{58C4CF45-7A0C-4A06-AE37-59EBC0921954}" type="slidenum">
              <a:rPr lang="en-US" altLang="en-US"/>
              <a:pPr/>
              <a:t>‹#›</a:t>
            </a:fld>
            <a:endParaRPr lang="en-US" altLang="en-US"/>
          </a:p>
        </p:txBody>
      </p:sp>
      <p:pic>
        <p:nvPicPr>
          <p:cNvPr id="1029" name="Picture 5">
            <a:extLst>
              <a:ext uri="{FF2B5EF4-FFF2-40B4-BE49-F238E27FC236}">
                <a16:creationId xmlns:a16="http://schemas.microsoft.com/office/drawing/2014/main" id="{202FC23E-CC19-9C5F-1269-B1F48EF556E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7784" y="6477001"/>
            <a:ext cx="3793067" cy="1428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30" name="Rectangle 6">
            <a:extLst>
              <a:ext uri="{FF2B5EF4-FFF2-40B4-BE49-F238E27FC236}">
                <a16:creationId xmlns:a16="http://schemas.microsoft.com/office/drawing/2014/main" id="{A4465593-DF97-0ED8-A09C-597C6CF0B674}"/>
              </a:ext>
            </a:extLst>
          </p:cNvPr>
          <p:cNvSpPr>
            <a:spLocks noChangeArrowheads="1"/>
          </p:cNvSpPr>
          <p:nvPr/>
        </p:nvSpPr>
        <p:spPr bwMode="auto">
          <a:xfrm>
            <a:off x="8961968" y="6459538"/>
            <a:ext cx="1883833"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9pPr>
          </a:lstStyle>
          <a:p>
            <a:pPr algn="r">
              <a:spcBef>
                <a:spcPts val="563"/>
              </a:spcBef>
              <a:buClrTx/>
              <a:buFontTx/>
              <a:buNone/>
            </a:pPr>
            <a:r>
              <a:rPr lang="en-US" altLang="en-US" sz="900">
                <a:solidFill>
                  <a:srgbClr val="4E84C4"/>
                </a:solidFill>
                <a:latin typeface="Myriad Pro" charset="0"/>
              </a:rPr>
              <a:t>December 17, 2013</a:t>
            </a: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457200" rtl="0" eaLnBrk="0" fontAlgn="base" hangingPunct="0">
        <a:spcBef>
          <a:spcPct val="0"/>
        </a:spcBef>
        <a:spcAft>
          <a:spcPct val="0"/>
        </a:spcAft>
        <a:buClr>
          <a:srgbClr val="000000"/>
        </a:buClr>
        <a:buSzPct val="100000"/>
        <a:buFont typeface="Times New Roman" panose="02020603050405020304" pitchFamily="18" charset="0"/>
        <a:defRPr sz="2800" kern="1200">
          <a:solidFill>
            <a:srgbClr val="4E84C4"/>
          </a:solidFill>
          <a:latin typeface="+mj-lt"/>
          <a:ea typeface="+mj-ea"/>
          <a:cs typeface="+mj-cs"/>
        </a:defRPr>
      </a:lvl1pPr>
      <a:lvl2pPr marL="742950" indent="-28575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2pPr>
      <a:lvl3pPr marL="1143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3pPr>
      <a:lvl4pPr marL="1600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4pPr>
      <a:lvl5pPr marL="20574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5pPr>
      <a:lvl6pPr marL="25146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6pPr>
      <a:lvl7pPr marL="29718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7pPr>
      <a:lvl8pPr marL="3429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8pPr>
      <a:lvl9pPr marL="3886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9pPr>
    </p:titleStyle>
    <p:bodyStyle>
      <a:lvl1pPr marL="342900" indent="-3429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1pPr>
      <a:lvl2pPr marL="742950" indent="-28575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2pPr>
      <a:lvl3pPr marL="11430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3pPr>
      <a:lvl4pPr marL="16002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4pPr>
      <a:lvl5pPr marL="20574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E84C4"/>
        </a:solidFill>
        <a:effectLst/>
      </p:bgPr>
    </p:bg>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0A22BA58-98C6-B6A0-181B-A976B389A65F}"/>
              </a:ext>
            </a:extLst>
          </p:cNvPr>
          <p:cNvSpPr>
            <a:spLocks noChangeArrowheads="1"/>
          </p:cNvSpPr>
          <p:nvPr/>
        </p:nvSpPr>
        <p:spPr bwMode="auto">
          <a:xfrm>
            <a:off x="1905001" y="4038600"/>
            <a:ext cx="813276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122" name="Text Box 2">
            <a:extLst>
              <a:ext uri="{FF2B5EF4-FFF2-40B4-BE49-F238E27FC236}">
                <a16:creationId xmlns:a16="http://schemas.microsoft.com/office/drawing/2014/main" id="{CF281979-5892-0C4A-F22D-AFCF1D173BDF}"/>
              </a:ext>
            </a:extLst>
          </p:cNvPr>
          <p:cNvSpPr txBox="1">
            <a:spLocks noChangeArrowheads="1"/>
          </p:cNvSpPr>
          <p:nvPr/>
        </p:nvSpPr>
        <p:spPr bwMode="auto">
          <a:xfrm>
            <a:off x="1803400" y="3849688"/>
            <a:ext cx="7772400" cy="671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9pPr>
          </a:lstStyle>
          <a:p>
            <a:pPr>
              <a:buClrTx/>
              <a:buFontTx/>
              <a:buNone/>
            </a:pPr>
            <a:r>
              <a:rPr lang="en-US" altLang="en-US" sz="3800">
                <a:solidFill>
                  <a:srgbClr val="FFFFFF"/>
                </a:solidFill>
                <a:latin typeface="Myriad Pro" charset="0"/>
              </a:rPr>
              <a:t> </a:t>
            </a:r>
          </a:p>
        </p:txBody>
      </p:sp>
      <p:sp>
        <p:nvSpPr>
          <p:cNvPr id="5123" name="Text Box 3">
            <a:extLst>
              <a:ext uri="{FF2B5EF4-FFF2-40B4-BE49-F238E27FC236}">
                <a16:creationId xmlns:a16="http://schemas.microsoft.com/office/drawing/2014/main" id="{8A9CB277-300C-DBC5-5BB0-EC62610D13DA}"/>
              </a:ext>
            </a:extLst>
          </p:cNvPr>
          <p:cNvSpPr txBox="1">
            <a:spLocks noChangeArrowheads="1"/>
          </p:cNvSpPr>
          <p:nvPr/>
        </p:nvSpPr>
        <p:spPr bwMode="auto">
          <a:xfrm>
            <a:off x="1866900" y="303393"/>
            <a:ext cx="8434388" cy="5199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28613">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1pPr>
            <a:lvl2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2pPr>
            <a:lvl3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3pPr>
            <a:lvl4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4pPr>
            <a:lvl5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9pPr>
          </a:lstStyle>
          <a:p>
            <a:pPr algn="ctr">
              <a:spcBef>
                <a:spcPts val="400"/>
              </a:spcBef>
              <a:buClrTx/>
            </a:pPr>
            <a:r>
              <a:rPr lang="en-US" altLang="en-US" sz="3200" b="1">
                <a:solidFill>
                  <a:srgbClr val="FFFFFF"/>
                </a:solidFill>
              </a:rPr>
              <a:t>Basics Of Structured Query Language</a:t>
            </a:r>
          </a:p>
        </p:txBody>
      </p:sp>
    </p:spTree>
    <p:extLst>
      <p:ext uri="{BB962C8B-B14F-4D97-AF65-F5344CB8AC3E}">
        <p14:creationId xmlns:p14="http://schemas.microsoft.com/office/powerpoint/2010/main" val="2050110642"/>
      </p:ext>
    </p:extLst>
  </p:cSld>
  <p:clrMapOvr>
    <a:masterClrMapping/>
  </p:clrMapOvr>
  <p:transition>
    <p:wheel spokes="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5" name="Rectangle 1">
            <a:extLst>
              <a:ext uri="{FF2B5EF4-FFF2-40B4-BE49-F238E27FC236}">
                <a16:creationId xmlns:a16="http://schemas.microsoft.com/office/drawing/2014/main" id="{00A24825-7FF1-E09A-24C5-DC41E50F5467}"/>
              </a:ext>
            </a:extLst>
          </p:cNvPr>
          <p:cNvSpPr>
            <a:spLocks noGrp="1" noChangeArrowheads="1"/>
          </p:cNvSpPr>
          <p:nvPr>
            <p:ph type="title" idx="4294967295"/>
          </p:nvPr>
        </p:nvSpPr>
        <p:spPr>
          <a:xfrm>
            <a:off x="1866901" y="274638"/>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Agenda</a:t>
            </a:r>
          </a:p>
        </p:txBody>
      </p:sp>
      <p:sp>
        <p:nvSpPr>
          <p:cNvPr id="6146" name="Rectangle 2">
            <a:extLst>
              <a:ext uri="{FF2B5EF4-FFF2-40B4-BE49-F238E27FC236}">
                <a16:creationId xmlns:a16="http://schemas.microsoft.com/office/drawing/2014/main" id="{9A04062A-4CF9-2D17-3615-93D04430CFB9}"/>
              </a:ext>
            </a:extLst>
          </p:cNvPr>
          <p:cNvSpPr>
            <a:spLocks noGrp="1" noChangeArrowheads="1"/>
          </p:cNvSpPr>
          <p:nvPr>
            <p:ph type="body" idx="4294967295"/>
          </p:nvPr>
        </p:nvSpPr>
        <p:spPr>
          <a:xfrm>
            <a:off x="1866901" y="955676"/>
            <a:ext cx="8429625" cy="4513263"/>
          </a:xfrm>
          <a:ln/>
        </p:spPr>
        <p:txBody>
          <a:bodyPr/>
          <a:lstStyle/>
          <a:p>
            <a:pPr marL="337820" indent="-337820">
              <a:buSzPct val="104000"/>
              <a:buBlip>
                <a:blip r:embed="rId3"/>
              </a:buBlip>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sz="2000"/>
              <a:t>What is Database</a:t>
            </a:r>
          </a:p>
          <a:p>
            <a:pPr marL="337820" indent="-337820">
              <a:buSzPct val="104000"/>
              <a:buBlip>
                <a:blip r:embed="rId3"/>
              </a:buBlip>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sz="2000"/>
              <a:t>What is Database Management System</a:t>
            </a:r>
          </a:p>
          <a:p>
            <a:pPr marL="337820" indent="-337820">
              <a:buSzPct val="104000"/>
              <a:buBlip>
                <a:blip r:embed="rId3"/>
              </a:buBlip>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sz="2000"/>
              <a:t>History of  Database</a:t>
            </a:r>
            <a:endParaRPr lang="en-US"/>
          </a:p>
          <a:p>
            <a:pPr marL="337820" indent="-337820">
              <a:buSzPct val="104000"/>
              <a:buBlip>
                <a:blip r:embed="rId3"/>
              </a:buBlip>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altLang="en-US" sz="2000"/>
              <a:t>Need for Database</a:t>
            </a:r>
            <a:endParaRPr lang="en-US"/>
          </a:p>
          <a:p>
            <a:pPr marL="337820" indent="-337820">
              <a:buSzPct val="83000"/>
              <a:buBlip>
                <a:blip r:embed="rId3"/>
              </a:buBlip>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altLang="en-US" sz="2000"/>
              <a:t>SQL</a:t>
            </a:r>
          </a:p>
          <a:p>
            <a:pPr marL="337820" indent="-337820">
              <a:buSzPct val="83000"/>
              <a:buBlip>
                <a:blip r:embed="rId3"/>
              </a:buBlip>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altLang="en-US" sz="2000"/>
              <a:t>Classification of SQL</a:t>
            </a:r>
          </a:p>
          <a:p>
            <a:pPr marL="337820" indent="-337820">
              <a:buSzPct val="83000"/>
              <a:buBlip>
                <a:blip r:embed="rId3"/>
              </a:buBlip>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altLang="en-US" sz="2000"/>
              <a:t>Each Command Explained</a:t>
            </a:r>
          </a:p>
        </p:txBody>
      </p:sp>
    </p:spTree>
    <p:extLst>
      <p:ext uri="{BB962C8B-B14F-4D97-AF65-F5344CB8AC3E}">
        <p14:creationId xmlns:p14="http://schemas.microsoft.com/office/powerpoint/2010/main" val="2571989778"/>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5" name="Rectangle 1">
            <a:extLst>
              <a:ext uri="{FF2B5EF4-FFF2-40B4-BE49-F238E27FC236}">
                <a16:creationId xmlns:a16="http://schemas.microsoft.com/office/drawing/2014/main" id="{00A24825-7FF1-E09A-24C5-DC41E50F5467}"/>
              </a:ext>
            </a:extLst>
          </p:cNvPr>
          <p:cNvSpPr>
            <a:spLocks noGrp="1" noChangeArrowheads="1"/>
          </p:cNvSpPr>
          <p:nvPr>
            <p:ph type="title" idx="4294967295"/>
          </p:nvPr>
        </p:nvSpPr>
        <p:spPr>
          <a:xfrm>
            <a:off x="1202593" y="225792"/>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What is Data Base</a:t>
            </a:r>
          </a:p>
        </p:txBody>
      </p:sp>
      <p:sp>
        <p:nvSpPr>
          <p:cNvPr id="6146" name="Rectangle 2">
            <a:extLst>
              <a:ext uri="{FF2B5EF4-FFF2-40B4-BE49-F238E27FC236}">
                <a16:creationId xmlns:a16="http://schemas.microsoft.com/office/drawing/2014/main" id="{9A04062A-4CF9-2D17-3615-93D04430CFB9}"/>
              </a:ext>
            </a:extLst>
          </p:cNvPr>
          <p:cNvSpPr>
            <a:spLocks noGrp="1" noChangeArrowheads="1"/>
          </p:cNvSpPr>
          <p:nvPr>
            <p:ph type="body" idx="4294967295"/>
          </p:nvPr>
        </p:nvSpPr>
        <p:spPr>
          <a:xfrm>
            <a:off x="1202593" y="1033830"/>
            <a:ext cx="9992701" cy="3145571"/>
          </a:xfrm>
          <a:ln/>
        </p:spPr>
        <p:txBody>
          <a:bodyPr/>
          <a:lstStyle/>
          <a:p>
            <a:pPr marL="337820" indent="-337820">
              <a:buSzPct val="104000"/>
              <a:buBlip>
                <a:blip r:embed="rId3"/>
              </a:buBlip>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sz="2400"/>
              <a:t>Data Base is a collection of organized data that is stored electronically on a computer or other digital device.</a:t>
            </a:r>
          </a:p>
          <a:p>
            <a:pPr marL="337820" indent="-337820">
              <a:buSzPct val="104000"/>
              <a:buBlip>
                <a:blip r:embed="rId3"/>
              </a:buBlip>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sz="2400"/>
              <a:t>Designed to enable efficient storage, retrieval and manipulation of data, and to provide a structured way of organize and manage information.</a:t>
            </a:r>
          </a:p>
          <a:p>
            <a:pPr marL="337820" indent="-337820">
              <a:buSzPct val="104000"/>
              <a:buBlip>
                <a:blip r:embed="rId3"/>
              </a:buBlip>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sz="2400"/>
              <a:t>In database, data is organized into tables, which consists of rows and columns.</a:t>
            </a:r>
          </a:p>
          <a:p>
            <a:pPr marL="337820" indent="-337820">
              <a:buSzPct val="104000"/>
              <a:buBlip>
                <a:blip r:embed="rId3"/>
              </a:buBlip>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sz="2400"/>
              <a:t>Database is used in wide range of applications, from small-scale personal projects to large-scale enterprise systems.</a:t>
            </a:r>
          </a:p>
          <a:p>
            <a:pPr marL="337820" indent="-337820">
              <a:buSzPct val="104000"/>
              <a:buBlip>
                <a:blip r:embed="rId3"/>
              </a:buBlip>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sz="2400"/>
              <a:t>They are also used to store and manage data in areas such as Business, Health Care, Education others.</a:t>
            </a:r>
          </a:p>
        </p:txBody>
      </p:sp>
    </p:spTree>
    <p:extLst>
      <p:ext uri="{BB962C8B-B14F-4D97-AF65-F5344CB8AC3E}">
        <p14:creationId xmlns:p14="http://schemas.microsoft.com/office/powerpoint/2010/main" val="1307733814"/>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5" name="Rectangle 1">
            <a:extLst>
              <a:ext uri="{FF2B5EF4-FFF2-40B4-BE49-F238E27FC236}">
                <a16:creationId xmlns:a16="http://schemas.microsoft.com/office/drawing/2014/main" id="{00A24825-7FF1-E09A-24C5-DC41E50F5467}"/>
              </a:ext>
            </a:extLst>
          </p:cNvPr>
          <p:cNvSpPr>
            <a:spLocks noGrp="1" noChangeArrowheads="1"/>
          </p:cNvSpPr>
          <p:nvPr>
            <p:ph type="title" idx="4294967295"/>
          </p:nvPr>
        </p:nvSpPr>
        <p:spPr>
          <a:xfrm>
            <a:off x="1202593" y="225792"/>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What is Data Base Management System (DBMS)</a:t>
            </a:r>
          </a:p>
        </p:txBody>
      </p:sp>
      <p:sp>
        <p:nvSpPr>
          <p:cNvPr id="6146" name="Rectangle 2">
            <a:extLst>
              <a:ext uri="{FF2B5EF4-FFF2-40B4-BE49-F238E27FC236}">
                <a16:creationId xmlns:a16="http://schemas.microsoft.com/office/drawing/2014/main" id="{9A04062A-4CF9-2D17-3615-93D04430CFB9}"/>
              </a:ext>
            </a:extLst>
          </p:cNvPr>
          <p:cNvSpPr>
            <a:spLocks noGrp="1" noChangeArrowheads="1"/>
          </p:cNvSpPr>
          <p:nvPr>
            <p:ph type="body" idx="4294967295"/>
          </p:nvPr>
        </p:nvSpPr>
        <p:spPr>
          <a:xfrm>
            <a:off x="1202593" y="1033830"/>
            <a:ext cx="10070854" cy="3174878"/>
          </a:xfrm>
          <a:ln/>
        </p:spPr>
        <p:txBody>
          <a:bodyPr/>
          <a:lstStyle/>
          <a:p>
            <a:pPr marL="337820" indent="-337820">
              <a:buSzPct val="104000"/>
              <a:buBlip>
                <a:blip r:embed="rId3"/>
              </a:buBlip>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sz="2400"/>
              <a:t>A Database Management System (DBMS) is software that is used to create, manage, and maintain Database.</a:t>
            </a:r>
          </a:p>
          <a:p>
            <a:pPr marL="337820" indent="-337820">
              <a:buSzPct val="104000"/>
              <a:buBlip>
                <a:blip r:embed="rId3"/>
              </a:buBlip>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sz="2400"/>
              <a:t>It provides set of tools and functions for storing and retrieving data, as well as for managing the security and integrity of the data</a:t>
            </a:r>
          </a:p>
        </p:txBody>
      </p:sp>
      <p:sp>
        <p:nvSpPr>
          <p:cNvPr id="3" name="Rectangle 1">
            <a:extLst>
              <a:ext uri="{FF2B5EF4-FFF2-40B4-BE49-F238E27FC236}">
                <a16:creationId xmlns:a16="http://schemas.microsoft.com/office/drawing/2014/main" id="{ABE0AB95-009E-80B1-5BD7-FAAAE287AD66}"/>
              </a:ext>
            </a:extLst>
          </p:cNvPr>
          <p:cNvSpPr txBox="1">
            <a:spLocks noChangeArrowheads="1"/>
          </p:cNvSpPr>
          <p:nvPr/>
        </p:nvSpPr>
        <p:spPr bwMode="auto">
          <a:xfrm>
            <a:off x="1198685" y="2752115"/>
            <a:ext cx="9885240"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l" defTabSz="457200" rtl="0" eaLnBrk="0" fontAlgn="base" hangingPunct="0">
              <a:spcBef>
                <a:spcPct val="0"/>
              </a:spcBef>
              <a:spcAft>
                <a:spcPct val="0"/>
              </a:spcAft>
              <a:buClr>
                <a:srgbClr val="000000"/>
              </a:buClr>
              <a:buSzPct val="100000"/>
              <a:buFont typeface="Times New Roman" panose="02020603050405020304" pitchFamily="18" charset="0"/>
              <a:defRPr sz="2800" kern="1200">
                <a:solidFill>
                  <a:srgbClr val="4E84C4"/>
                </a:solidFill>
                <a:latin typeface="+mj-lt"/>
                <a:ea typeface="+mj-ea"/>
                <a:cs typeface="+mj-cs"/>
              </a:defRPr>
            </a:lvl1pPr>
            <a:lvl2pPr marL="742950" indent="-28575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2pPr>
            <a:lvl3pPr marL="1143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3pPr>
            <a:lvl4pPr marL="1600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4pPr>
            <a:lvl5pPr marL="20574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5pPr>
            <a:lvl6pPr marL="25146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6pPr>
            <a:lvl7pPr marL="29718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7pPr>
            <a:lvl8pPr marL="3429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8pPr>
            <a:lvl9pPr marL="3886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9p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What is Relational Data Base Management System (RDBMS)</a:t>
            </a:r>
          </a:p>
        </p:txBody>
      </p:sp>
      <p:sp>
        <p:nvSpPr>
          <p:cNvPr id="5" name="Rectangle 2">
            <a:extLst>
              <a:ext uri="{FF2B5EF4-FFF2-40B4-BE49-F238E27FC236}">
                <a16:creationId xmlns:a16="http://schemas.microsoft.com/office/drawing/2014/main" id="{83927AEF-7F55-0F4C-9631-ABED1E9B2A7C}"/>
              </a:ext>
            </a:extLst>
          </p:cNvPr>
          <p:cNvSpPr txBox="1">
            <a:spLocks noChangeArrowheads="1"/>
          </p:cNvSpPr>
          <p:nvPr/>
        </p:nvSpPr>
        <p:spPr bwMode="auto">
          <a:xfrm>
            <a:off x="1198685" y="3433153"/>
            <a:ext cx="10070854" cy="31748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marL="342900" indent="-3429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1pPr>
            <a:lvl2pPr marL="742950" indent="-28575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2pPr>
            <a:lvl3pPr marL="11430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3pPr>
            <a:lvl4pPr marL="16002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4pPr>
            <a:lvl5pPr marL="20574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37820" indent="-337820">
              <a:buSzPct val="104000"/>
              <a:buBlip>
                <a:blip r:embed="rId3"/>
              </a:buBlip>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sz="2400"/>
              <a:t>A Relational Database Management System (RDBMS) is a type of database management system that is based on the relational model of data.</a:t>
            </a:r>
            <a:endParaRPr lang="en-US"/>
          </a:p>
          <a:p>
            <a:pPr marL="337820" indent="-337820">
              <a:buSzPct val="104000"/>
              <a:buBlip>
                <a:blip r:embed="rId3"/>
              </a:buBlip>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sz="2400"/>
              <a:t>It provides set of tools and functions for creating, maintaining, and querying relational databases.</a:t>
            </a:r>
          </a:p>
          <a:p>
            <a:pPr marL="337820" indent="-337820">
              <a:buSzPct val="104000"/>
              <a:buBlip>
                <a:blip r:embed="rId3"/>
              </a:buBlip>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sz="2400"/>
              <a:t>Examples of RDBMS include Oracle, MySQL, Microsoft SQL Server and PostgreSQL.</a:t>
            </a:r>
          </a:p>
        </p:txBody>
      </p:sp>
    </p:spTree>
    <p:extLst>
      <p:ext uri="{BB962C8B-B14F-4D97-AF65-F5344CB8AC3E}">
        <p14:creationId xmlns:p14="http://schemas.microsoft.com/office/powerpoint/2010/main" val="714742782"/>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Rectangle 1">
            <a:extLst>
              <a:ext uri="{FF2B5EF4-FFF2-40B4-BE49-F238E27FC236}">
                <a16:creationId xmlns:a16="http://schemas.microsoft.com/office/drawing/2014/main" id="{8D28AD1B-6650-3925-0C2D-4160B729A831}"/>
              </a:ext>
            </a:extLst>
          </p:cNvPr>
          <p:cNvSpPr>
            <a:spLocks noGrp="1" noChangeArrowheads="1"/>
          </p:cNvSpPr>
          <p:nvPr>
            <p:ph type="title" idx="4294967295"/>
          </p:nvPr>
        </p:nvSpPr>
        <p:spPr>
          <a:xfrm>
            <a:off x="1866900" y="274639"/>
            <a:ext cx="8426450" cy="579437"/>
          </a:xfrm>
          <a:ln/>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History of Data Base</a:t>
            </a:r>
            <a:endParaRPr lang="en-US" err="1"/>
          </a:p>
        </p:txBody>
      </p:sp>
      <p:sp>
        <p:nvSpPr>
          <p:cNvPr id="7170" name="Rectangle 2">
            <a:extLst>
              <a:ext uri="{FF2B5EF4-FFF2-40B4-BE49-F238E27FC236}">
                <a16:creationId xmlns:a16="http://schemas.microsoft.com/office/drawing/2014/main" id="{87EA7E8B-E68D-3281-ED4D-8FFB1856AA91}"/>
              </a:ext>
            </a:extLst>
          </p:cNvPr>
          <p:cNvSpPr>
            <a:spLocks noGrp="1" noChangeArrowheads="1"/>
          </p:cNvSpPr>
          <p:nvPr>
            <p:ph type="body" idx="4294967295"/>
          </p:nvPr>
        </p:nvSpPr>
        <p:spPr>
          <a:xfrm>
            <a:off x="1866900" y="955675"/>
            <a:ext cx="8426450" cy="4510088"/>
          </a:xfrm>
          <a:ln/>
        </p:spPr>
        <p:txBody>
          <a:bodyPr/>
          <a:lstStyle/>
          <a:p>
            <a:pPr indent="-33655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solidFill>
                <a:srgbClr val="004586"/>
              </a:solidFill>
            </a:endParaRPr>
          </a:p>
          <a:p>
            <a:pPr indent="-33655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solidFill>
                <a:srgbClr val="004586"/>
              </a:solidFill>
            </a:endParaRPr>
          </a:p>
        </p:txBody>
      </p:sp>
      <p:graphicFrame>
        <p:nvGraphicFramePr>
          <p:cNvPr id="2" name="Table 2">
            <a:extLst>
              <a:ext uri="{FF2B5EF4-FFF2-40B4-BE49-F238E27FC236}">
                <a16:creationId xmlns:a16="http://schemas.microsoft.com/office/drawing/2014/main" id="{52B6F074-6EE4-22B7-0AA4-A617096B2D40}"/>
              </a:ext>
            </a:extLst>
          </p:cNvPr>
          <p:cNvGraphicFramePr>
            <a:graphicFrameLocks noGrp="1"/>
          </p:cNvGraphicFramePr>
          <p:nvPr>
            <p:extLst>
              <p:ext uri="{D42A27DB-BD31-4B8C-83A1-F6EECF244321}">
                <p14:modId xmlns:p14="http://schemas.microsoft.com/office/powerpoint/2010/main" val="1239690873"/>
              </p:ext>
            </p:extLst>
          </p:nvPr>
        </p:nvGraphicFramePr>
        <p:xfrm>
          <a:off x="1773555" y="989076"/>
          <a:ext cx="9095901" cy="4457922"/>
        </p:xfrm>
        <a:graphic>
          <a:graphicData uri="http://schemas.openxmlformats.org/drawingml/2006/table">
            <a:tbl>
              <a:tblPr firstRow="1" bandRow="1">
                <a:tableStyleId>{5C22544A-7EE6-4342-B048-85BDC9FD1C3A}</a:tableStyleId>
              </a:tblPr>
              <a:tblGrid>
                <a:gridCol w="2756388">
                  <a:extLst>
                    <a:ext uri="{9D8B030D-6E8A-4147-A177-3AD203B41FA5}">
                      <a16:colId xmlns:a16="http://schemas.microsoft.com/office/drawing/2014/main" val="962045360"/>
                    </a:ext>
                  </a:extLst>
                </a:gridCol>
                <a:gridCol w="6339513">
                  <a:extLst>
                    <a:ext uri="{9D8B030D-6E8A-4147-A177-3AD203B41FA5}">
                      <a16:colId xmlns:a16="http://schemas.microsoft.com/office/drawing/2014/main" val="1890588486"/>
                    </a:ext>
                  </a:extLst>
                </a:gridCol>
              </a:tblGrid>
              <a:tr h="742987">
                <a:tc>
                  <a:txBody>
                    <a:bodyPr/>
                    <a:lstStyle/>
                    <a:p>
                      <a:pPr algn="ctr"/>
                      <a:r>
                        <a:rPr lang="en-US"/>
                        <a:t>YEAR</a:t>
                      </a:r>
                    </a:p>
                  </a:txBody>
                  <a:tcPr anchor="ctr"/>
                </a:tc>
                <a:tc>
                  <a:txBody>
                    <a:bodyPr/>
                    <a:lstStyle/>
                    <a:p>
                      <a:pPr algn="ctr"/>
                      <a:r>
                        <a:rPr lang="en-US"/>
                        <a:t>Technology</a:t>
                      </a:r>
                    </a:p>
                  </a:txBody>
                  <a:tcPr anchor="ctr"/>
                </a:tc>
                <a:extLst>
                  <a:ext uri="{0D108BD9-81ED-4DB2-BD59-A6C34878D82A}">
                    <a16:rowId xmlns:a16="http://schemas.microsoft.com/office/drawing/2014/main" val="1904122025"/>
                  </a:ext>
                </a:extLst>
              </a:tr>
              <a:tr h="742987">
                <a:tc>
                  <a:txBody>
                    <a:bodyPr/>
                    <a:lstStyle/>
                    <a:p>
                      <a:pPr algn="ctr"/>
                      <a:r>
                        <a:rPr lang="en-US"/>
                        <a:t>1960</a:t>
                      </a:r>
                    </a:p>
                  </a:txBody>
                  <a:tcPr anchor="ctr"/>
                </a:tc>
                <a:tc>
                  <a:txBody>
                    <a:bodyPr/>
                    <a:lstStyle/>
                    <a:p>
                      <a:r>
                        <a:rPr lang="en-US"/>
                        <a:t>First Electronic database created for scientific and business applications based on Hierarchical or Network Models.</a:t>
                      </a:r>
                    </a:p>
                  </a:txBody>
                  <a:tcPr anchor="ctr"/>
                </a:tc>
                <a:extLst>
                  <a:ext uri="{0D108BD9-81ED-4DB2-BD59-A6C34878D82A}">
                    <a16:rowId xmlns:a16="http://schemas.microsoft.com/office/drawing/2014/main" val="2026630777"/>
                  </a:ext>
                </a:extLst>
              </a:tr>
              <a:tr h="742987">
                <a:tc>
                  <a:txBody>
                    <a:bodyPr/>
                    <a:lstStyle/>
                    <a:p>
                      <a:pPr algn="ctr"/>
                      <a:r>
                        <a:rPr lang="en-US"/>
                        <a:t>1970</a:t>
                      </a:r>
                    </a:p>
                  </a:txBody>
                  <a:tcPr anchor="ctr"/>
                </a:tc>
                <a:tc>
                  <a:txBody>
                    <a:bodyPr/>
                    <a:lstStyle/>
                    <a:p>
                      <a:r>
                        <a:rPr lang="en-US"/>
                        <a:t>Relational Database Management Systems (RDBMS).</a:t>
                      </a:r>
                    </a:p>
                  </a:txBody>
                  <a:tcPr anchor="ctr"/>
                </a:tc>
                <a:extLst>
                  <a:ext uri="{0D108BD9-81ED-4DB2-BD59-A6C34878D82A}">
                    <a16:rowId xmlns:a16="http://schemas.microsoft.com/office/drawing/2014/main" val="2155675603"/>
                  </a:ext>
                </a:extLst>
              </a:tr>
              <a:tr h="742987">
                <a:tc>
                  <a:txBody>
                    <a:bodyPr/>
                    <a:lstStyle/>
                    <a:p>
                      <a:pPr algn="ctr"/>
                      <a:r>
                        <a:rPr lang="en-US"/>
                        <a:t>1980's and 1990's</a:t>
                      </a:r>
                    </a:p>
                  </a:txBody>
                  <a:tcPr anchor="ctr"/>
                </a:tc>
                <a:tc>
                  <a:txBody>
                    <a:bodyPr/>
                    <a:lstStyle/>
                    <a:p>
                      <a:r>
                        <a:rPr lang="en-US"/>
                        <a:t>IBM's DB2 and Microsoft's SQL Server were introduced.</a:t>
                      </a:r>
                    </a:p>
                  </a:txBody>
                  <a:tcPr anchor="ctr"/>
                </a:tc>
                <a:extLst>
                  <a:ext uri="{0D108BD9-81ED-4DB2-BD59-A6C34878D82A}">
                    <a16:rowId xmlns:a16="http://schemas.microsoft.com/office/drawing/2014/main" val="3740087208"/>
                  </a:ext>
                </a:extLst>
              </a:tr>
              <a:tr h="742987">
                <a:tc>
                  <a:txBody>
                    <a:bodyPr/>
                    <a:lstStyle/>
                    <a:p>
                      <a:pPr algn="ctr"/>
                      <a:r>
                        <a:rPr lang="en-US"/>
                        <a:t>Early 2000's</a:t>
                      </a:r>
                    </a:p>
                  </a:txBody>
                  <a:tcPr anchor="ctr"/>
                </a:tc>
                <a:tc>
                  <a:txBody>
                    <a:bodyPr/>
                    <a:lstStyle/>
                    <a:p>
                      <a:r>
                        <a:rPr lang="en-US"/>
                        <a:t>NoSQL</a:t>
                      </a:r>
                    </a:p>
                  </a:txBody>
                  <a:tcPr anchor="ctr"/>
                </a:tc>
                <a:extLst>
                  <a:ext uri="{0D108BD9-81ED-4DB2-BD59-A6C34878D82A}">
                    <a16:rowId xmlns:a16="http://schemas.microsoft.com/office/drawing/2014/main" val="150579195"/>
                  </a:ext>
                </a:extLst>
              </a:tr>
              <a:tr h="742987">
                <a:tc>
                  <a:txBody>
                    <a:bodyPr/>
                    <a:lstStyle/>
                    <a:p>
                      <a:pPr lvl="0" algn="ctr">
                        <a:buNone/>
                      </a:pPr>
                      <a:r>
                        <a:rPr lang="en-US"/>
                        <a:t>Recent Year's</a:t>
                      </a:r>
                    </a:p>
                  </a:txBody>
                  <a:tcPr anchor="ctr"/>
                </a:tc>
                <a:tc>
                  <a:txBody>
                    <a:bodyPr/>
                    <a:lstStyle/>
                    <a:p>
                      <a:pPr lvl="0">
                        <a:buNone/>
                      </a:pPr>
                      <a:r>
                        <a:rPr lang="en-US"/>
                        <a:t>Big Data (Hadoop and Spark)</a:t>
                      </a:r>
                    </a:p>
                  </a:txBody>
                  <a:tcPr anchor="ctr"/>
                </a:tc>
                <a:extLst>
                  <a:ext uri="{0D108BD9-81ED-4DB2-BD59-A6C34878D82A}">
                    <a16:rowId xmlns:a16="http://schemas.microsoft.com/office/drawing/2014/main" val="1451266777"/>
                  </a:ext>
                </a:extLst>
              </a:tr>
            </a:tbl>
          </a:graphicData>
        </a:graphic>
      </p:graphicFrame>
    </p:spTree>
    <p:extLst>
      <p:ext uri="{BB962C8B-B14F-4D97-AF65-F5344CB8AC3E}">
        <p14:creationId xmlns:p14="http://schemas.microsoft.com/office/powerpoint/2010/main" val="773197243"/>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Rectangle 1">
            <a:extLst>
              <a:ext uri="{FF2B5EF4-FFF2-40B4-BE49-F238E27FC236}">
                <a16:creationId xmlns:a16="http://schemas.microsoft.com/office/drawing/2014/main" id="{8D28AD1B-6650-3925-0C2D-4160B729A831}"/>
              </a:ext>
            </a:extLst>
          </p:cNvPr>
          <p:cNvSpPr>
            <a:spLocks noGrp="1" noChangeArrowheads="1"/>
          </p:cNvSpPr>
          <p:nvPr>
            <p:ph type="title" idx="4294967295"/>
          </p:nvPr>
        </p:nvSpPr>
        <p:spPr>
          <a:xfrm>
            <a:off x="1866900" y="274639"/>
            <a:ext cx="8426450" cy="579437"/>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Why do we need Database Management</a:t>
            </a:r>
          </a:p>
        </p:txBody>
      </p:sp>
      <p:sp>
        <p:nvSpPr>
          <p:cNvPr id="7170" name="Rectangle 2">
            <a:extLst>
              <a:ext uri="{FF2B5EF4-FFF2-40B4-BE49-F238E27FC236}">
                <a16:creationId xmlns:a16="http://schemas.microsoft.com/office/drawing/2014/main" id="{87EA7E8B-E68D-3281-ED4D-8FFB1856AA91}"/>
              </a:ext>
            </a:extLst>
          </p:cNvPr>
          <p:cNvSpPr>
            <a:spLocks noGrp="1" noChangeArrowheads="1"/>
          </p:cNvSpPr>
          <p:nvPr>
            <p:ph type="body" idx="4294967295"/>
          </p:nvPr>
        </p:nvSpPr>
        <p:spPr>
          <a:xfrm>
            <a:off x="1866900" y="955675"/>
            <a:ext cx="8426450" cy="4510088"/>
          </a:xfrm>
          <a:ln/>
        </p:spPr>
        <p:txBody>
          <a:bodyPr/>
          <a:lstStyle/>
          <a:p>
            <a:pPr marL="34925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400">
                <a:solidFill>
                  <a:schemeClr val="tx1"/>
                </a:solidFill>
              </a:rPr>
              <a:t>We need to manage data because of following problems with data management:</a:t>
            </a:r>
            <a:endParaRPr lang="en-US" sz="2400">
              <a:solidFill>
                <a:schemeClr val="tx1"/>
              </a:solidFill>
            </a:endParaRPr>
          </a:p>
          <a:p>
            <a:pPr marL="463550" indent="-457200">
              <a:buClrTx/>
              <a:buAutoNum type="arabicPeriod"/>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400">
                <a:solidFill>
                  <a:schemeClr val="tx1"/>
                </a:solidFill>
              </a:rPr>
              <a:t>Data Organization and Structure</a:t>
            </a:r>
          </a:p>
          <a:p>
            <a:pPr marL="463550" indent="-457200">
              <a:buClrTx/>
              <a:buAutoNum type="arabicPeriod"/>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400">
                <a:solidFill>
                  <a:schemeClr val="tx1"/>
                </a:solidFill>
              </a:rPr>
              <a:t>Data Integrity and Consistency</a:t>
            </a:r>
          </a:p>
          <a:p>
            <a:pPr marL="463550" indent="-457200">
              <a:buClrTx/>
              <a:buAutoNum type="arabicPeriod"/>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400">
                <a:solidFill>
                  <a:schemeClr val="tx1"/>
                </a:solidFill>
              </a:rPr>
              <a:t>Data Sharing and Collaboration</a:t>
            </a:r>
          </a:p>
          <a:p>
            <a:pPr marL="463550" indent="-457200">
              <a:buClrTx/>
              <a:buAutoNum type="arabicPeriod"/>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400">
                <a:solidFill>
                  <a:schemeClr val="tx1"/>
                </a:solidFill>
              </a:rPr>
              <a:t>Data Security</a:t>
            </a:r>
          </a:p>
          <a:p>
            <a:pPr marL="463550" indent="-457200">
              <a:buClrTx/>
              <a:buAutoNum type="arabicPeriod"/>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400">
                <a:solidFill>
                  <a:schemeClr val="tx1"/>
                </a:solidFill>
              </a:rPr>
              <a:t>Data Scalability and Performance</a:t>
            </a:r>
          </a:p>
          <a:p>
            <a:pPr marL="463550" indent="-457200">
              <a:buClrTx/>
              <a:buAutoNum type="arabicPeriod"/>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400">
                <a:solidFill>
                  <a:schemeClr val="tx1"/>
                </a:solidFill>
              </a:rPr>
              <a:t>Data </a:t>
            </a:r>
            <a:r>
              <a:rPr lang="en-US" altLang="en-US" sz="2400" noProof="1">
                <a:solidFill>
                  <a:schemeClr val="tx1"/>
                </a:solidFill>
              </a:rPr>
              <a:t>Persistance</a:t>
            </a:r>
          </a:p>
          <a:p>
            <a:pPr marL="463550" indent="-457200">
              <a:buClrTx/>
              <a:buAutoNum type="arabicPeriod"/>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400">
                <a:solidFill>
                  <a:schemeClr val="tx1"/>
                </a:solidFill>
              </a:rPr>
              <a:t>Data Analytics and Decision</a:t>
            </a:r>
          </a:p>
        </p:txBody>
      </p:sp>
    </p:spTree>
    <p:extLst>
      <p:ext uri="{BB962C8B-B14F-4D97-AF65-F5344CB8AC3E}">
        <p14:creationId xmlns:p14="http://schemas.microsoft.com/office/powerpoint/2010/main" val="1745538162"/>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3" name="Rectangle 1">
            <a:extLst>
              <a:ext uri="{FF2B5EF4-FFF2-40B4-BE49-F238E27FC236}">
                <a16:creationId xmlns:a16="http://schemas.microsoft.com/office/drawing/2014/main" id="{83D6F0FD-7DFB-8B07-9A73-C5435444C5EC}"/>
              </a:ext>
            </a:extLst>
          </p:cNvPr>
          <p:cNvSpPr>
            <a:spLocks noGrp="1" noChangeArrowheads="1"/>
          </p:cNvSpPr>
          <p:nvPr>
            <p:ph type="title" idx="4294967295"/>
          </p:nvPr>
        </p:nvSpPr>
        <p:spPr>
          <a:xfrm>
            <a:off x="1866900" y="274639"/>
            <a:ext cx="8426450" cy="579437"/>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SQL</a:t>
            </a:r>
          </a:p>
        </p:txBody>
      </p:sp>
      <p:sp>
        <p:nvSpPr>
          <p:cNvPr id="8194" name="Rectangle 2">
            <a:extLst>
              <a:ext uri="{FF2B5EF4-FFF2-40B4-BE49-F238E27FC236}">
                <a16:creationId xmlns:a16="http://schemas.microsoft.com/office/drawing/2014/main" id="{234C0223-566B-F25C-F2E6-83C1568767BE}"/>
              </a:ext>
            </a:extLst>
          </p:cNvPr>
          <p:cNvSpPr>
            <a:spLocks noGrp="1" noChangeArrowheads="1"/>
          </p:cNvSpPr>
          <p:nvPr>
            <p:ph type="body" idx="4294967295"/>
          </p:nvPr>
        </p:nvSpPr>
        <p:spPr>
          <a:xfrm>
            <a:off x="1866900" y="955675"/>
            <a:ext cx="8426450" cy="4510088"/>
          </a:xfrm>
          <a:ln/>
        </p:spPr>
        <p:txBody>
          <a:bodyPr/>
          <a:lstStyle/>
          <a:p>
            <a:pPr marL="338138" indent="-338138">
              <a:buSzPct val="65000"/>
              <a:buBlip>
                <a:blip r:embed="rId3"/>
              </a:buBlip>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altLang="en-US">
                <a:solidFill>
                  <a:srgbClr val="004586"/>
                </a:solidFill>
              </a:rPr>
              <a:t> </a:t>
            </a:r>
            <a:r>
              <a:rPr lang="en-US" altLang="en-US" sz="2000">
                <a:solidFill>
                  <a:srgbClr val="004586"/>
                </a:solidFill>
              </a:rPr>
              <a:t> SQL stands for Structured Query Language.</a:t>
            </a:r>
          </a:p>
          <a:p>
            <a:pPr marL="338138" indent="-338138">
              <a:buSzPct val="52000"/>
              <a:buBlip>
                <a:blip r:embed="rId3"/>
              </a:buBlip>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altLang="en-US" sz="2000">
                <a:solidFill>
                  <a:srgbClr val="004586"/>
                </a:solidFill>
              </a:rPr>
              <a:t>  Structured Query Language (SQL) is a standard computer language for relational database management and data manipulation.</a:t>
            </a:r>
          </a:p>
          <a:p>
            <a:pPr marL="338138" indent="-338138">
              <a:buSzPct val="52000"/>
              <a:buBlip>
                <a:blip r:embed="rId3"/>
              </a:buBlip>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altLang="en-US" sz="2000">
                <a:solidFill>
                  <a:srgbClr val="004586"/>
                </a:solidFill>
              </a:rPr>
              <a:t>  SQL is used to search, insert, update and modify data.</a:t>
            </a:r>
          </a:p>
          <a:p>
            <a:pPr marL="338138" indent="-338138">
              <a:buSzPct val="52000"/>
              <a:buBlip>
                <a:blip r:embed="rId3"/>
              </a:buBlip>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altLang="en-US" sz="2000">
                <a:solidFill>
                  <a:srgbClr val="004586"/>
                </a:solidFill>
              </a:rPr>
              <a:t>  First developed in the early 1970s at IBM by Raymond Boyce and Donald Chamberlin, SQL was commercially released by Relational Software Inc. (now known as Oracle Corporation) in 1979.</a:t>
            </a:r>
          </a:p>
          <a:p>
            <a:pPr marL="338138" indent="-331788">
              <a:buClrTx/>
              <a:buSzPct val="40000"/>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altLang="en-US" sz="2600" b="1">
                <a:solidFill>
                  <a:srgbClr val="004586"/>
                </a:solidFill>
              </a:rPr>
              <a:t>Data: </a:t>
            </a:r>
          </a:p>
          <a:p>
            <a:pPr marL="338138" indent="-338138">
              <a:buSzPct val="40000"/>
              <a:buBlip>
                <a:blip r:embed="rId3"/>
              </a:buBlip>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altLang="en-US" sz="2600" b="1">
                <a:solidFill>
                  <a:srgbClr val="004586"/>
                </a:solidFill>
              </a:rPr>
              <a:t> </a:t>
            </a:r>
            <a:r>
              <a:rPr lang="en-US" altLang="en-US" sz="2000">
                <a:solidFill>
                  <a:srgbClr val="004586"/>
                </a:solidFill>
              </a:rPr>
              <a:t>Data is a collection of unprocessed raw facts which has no meaning.</a:t>
            </a:r>
          </a:p>
          <a:p>
            <a:pPr marL="338138" indent="-331788">
              <a:buClrTx/>
              <a:buSzPct val="52000"/>
              <a:tabLst>
                <a:tab pos="338138" algn="l"/>
                <a:tab pos="450850" algn="l"/>
                <a:tab pos="908050" algn="l"/>
                <a:tab pos="1365250" algn="l"/>
                <a:tab pos="1822450" algn="l"/>
                <a:tab pos="2279650" algn="l"/>
                <a:tab pos="2736850" algn="l"/>
                <a:tab pos="3194050" algn="l"/>
                <a:tab pos="3651250" algn="l"/>
                <a:tab pos="4108450" algn="l"/>
                <a:tab pos="4565650" algn="l"/>
                <a:tab pos="5022850" algn="l"/>
                <a:tab pos="5480050" algn="l"/>
                <a:tab pos="5937250" algn="l"/>
                <a:tab pos="6394450" algn="l"/>
                <a:tab pos="6851650" algn="l"/>
                <a:tab pos="7308850" algn="l"/>
                <a:tab pos="7766050" algn="l"/>
                <a:tab pos="8223250" algn="l"/>
                <a:tab pos="8680450" algn="l"/>
                <a:tab pos="9137650" algn="l"/>
              </a:tabLst>
            </a:pPr>
            <a:r>
              <a:rPr lang="en-US" altLang="en-US" sz="2000">
                <a:solidFill>
                  <a:srgbClr val="004586"/>
                </a:solidFill>
              </a:rPr>
              <a:t>  Ex: Customer's Bank Account Related </a:t>
            </a:r>
            <a:r>
              <a:rPr lang="en-US" altLang="en-US" sz="2000" err="1">
                <a:solidFill>
                  <a:srgbClr val="004586"/>
                </a:solidFill>
              </a:rPr>
              <a:t>Details,CustomerAccountNumber</a:t>
            </a:r>
            <a:r>
              <a:rPr lang="en-US" altLang="en-US" sz="2000">
                <a:solidFill>
                  <a:srgbClr val="004586"/>
                </a:solidFill>
              </a:rPr>
              <a:t>, Balance in the bank </a:t>
            </a:r>
            <a:r>
              <a:rPr lang="en-US" altLang="en-US" sz="2000" err="1">
                <a:solidFill>
                  <a:srgbClr val="004586"/>
                </a:solidFill>
              </a:rPr>
              <a:t>etc</a:t>
            </a:r>
          </a:p>
        </p:txBody>
      </p:sp>
    </p:spTree>
    <p:extLst>
      <p:ext uri="{BB962C8B-B14F-4D97-AF65-F5344CB8AC3E}">
        <p14:creationId xmlns:p14="http://schemas.microsoft.com/office/powerpoint/2010/main" val="3010296531"/>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7" name="Rectangle 1">
            <a:extLst>
              <a:ext uri="{FF2B5EF4-FFF2-40B4-BE49-F238E27FC236}">
                <a16:creationId xmlns:a16="http://schemas.microsoft.com/office/drawing/2014/main" id="{90E62506-6C05-E1AD-35CB-AA24A14F2CD4}"/>
              </a:ext>
            </a:extLst>
          </p:cNvPr>
          <p:cNvSpPr>
            <a:spLocks noGrp="1" noChangeArrowheads="1"/>
          </p:cNvSpPr>
          <p:nvPr>
            <p:ph type="title" idx="4294967295"/>
          </p:nvPr>
        </p:nvSpPr>
        <p:spPr>
          <a:xfrm>
            <a:off x="1866900" y="274639"/>
            <a:ext cx="8426450" cy="579437"/>
          </a:xfrm>
          <a:ln/>
        </p:spPr>
        <p:txBody>
          <a:bodyPr/>
          <a:lstStyle/>
          <a:p>
            <a:pPr algn="ct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Classification of SQL</a:t>
            </a:r>
            <a:endParaRPr lang="en-US"/>
          </a:p>
        </p:txBody>
      </p:sp>
      <p:pic>
        <p:nvPicPr>
          <p:cNvPr id="2" name="Picture 2" descr="Diagram&#10;&#10;Description automatically generated">
            <a:extLst>
              <a:ext uri="{FF2B5EF4-FFF2-40B4-BE49-F238E27FC236}">
                <a16:creationId xmlns:a16="http://schemas.microsoft.com/office/drawing/2014/main" id="{676D7729-787F-ECF3-01EF-BDF988C26429}"/>
              </a:ext>
            </a:extLst>
          </p:cNvPr>
          <p:cNvPicPr>
            <a:picLocks noChangeAspect="1"/>
          </p:cNvPicPr>
          <p:nvPr/>
        </p:nvPicPr>
        <p:blipFill>
          <a:blip r:embed="rId3"/>
          <a:stretch>
            <a:fillRect/>
          </a:stretch>
        </p:blipFill>
        <p:spPr>
          <a:xfrm>
            <a:off x="767545" y="745426"/>
            <a:ext cx="10800228" cy="5709223"/>
          </a:xfrm>
          <a:prstGeom prst="rect">
            <a:avLst/>
          </a:prstGeom>
        </p:spPr>
      </p:pic>
    </p:spTree>
    <p:extLst>
      <p:ext uri="{BB962C8B-B14F-4D97-AF65-F5344CB8AC3E}">
        <p14:creationId xmlns:p14="http://schemas.microsoft.com/office/powerpoint/2010/main" val="2641056037"/>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95C98-BE52-693E-2B9F-BE8EF7A8CF3B}"/>
              </a:ext>
            </a:extLst>
          </p:cNvPr>
          <p:cNvSpPr>
            <a:spLocks noGrp="1"/>
          </p:cNvSpPr>
          <p:nvPr>
            <p:ph type="ctrTitle"/>
          </p:nvPr>
        </p:nvSpPr>
        <p:spPr>
          <a:xfrm>
            <a:off x="1524000" y="136245"/>
            <a:ext cx="9144000" cy="930836"/>
          </a:xfrm>
        </p:spPr>
        <p:txBody>
          <a:bodyPr vert="horz" wrap="square" lIns="90000" tIns="46800" rIns="90000" bIns="46800" numCol="1" anchor="ctr" anchorCtr="0" compatLnSpc="1">
            <a:prstTxWarp prst="textNoShape">
              <a:avLst/>
            </a:prstTxWarp>
          </a:bodyPr>
          <a:lstStyle/>
          <a:p>
            <a:r>
              <a:rPr lang="en-US" sz="2800"/>
              <a:t>DATA DEFINITION LANGUAGE (DDL)</a:t>
            </a:r>
            <a:endParaRPr lang="en-US"/>
          </a:p>
        </p:txBody>
      </p:sp>
      <p:sp>
        <p:nvSpPr>
          <p:cNvPr id="4" name="TextBox 3">
            <a:extLst>
              <a:ext uri="{FF2B5EF4-FFF2-40B4-BE49-F238E27FC236}">
                <a16:creationId xmlns:a16="http://schemas.microsoft.com/office/drawing/2014/main" id="{BDC8DE6D-366D-FAAA-21E9-EB09C79AA814}"/>
              </a:ext>
            </a:extLst>
          </p:cNvPr>
          <p:cNvSpPr txBox="1"/>
          <p:nvPr/>
        </p:nvSpPr>
        <p:spPr>
          <a:xfrm>
            <a:off x="170329" y="1060075"/>
            <a:ext cx="11654117"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mn-lt"/>
                <a:cs typeface="+mn-lt"/>
              </a:rPr>
              <a:t>Data Definition Language actually consists of the SQL commands that can be used to define the database schema. It simply deals with descriptions of the database schema and is used to create and modify the structure of database objects in the databas</a:t>
            </a:r>
            <a:r>
              <a:rPr lang="en-US" sz="2400" b="1" dirty="0">
                <a:ea typeface="+mn-lt"/>
                <a:cs typeface="+mn-lt"/>
              </a:rPr>
              <a:t>e.</a:t>
            </a:r>
          </a:p>
          <a:p>
            <a:endParaRPr lang="en-US" sz="2400" b="1"/>
          </a:p>
          <a:p>
            <a:r>
              <a:rPr lang="en-US" sz="2400" b="1" dirty="0"/>
              <a:t>CREATE: </a:t>
            </a:r>
            <a:r>
              <a:rPr lang="en-US" sz="2400" dirty="0"/>
              <a:t>This command is used to create the database or its objects like tables, index, stored procedures etc.</a:t>
            </a:r>
          </a:p>
          <a:p>
            <a:endParaRPr lang="en-US" sz="2400"/>
          </a:p>
          <a:p>
            <a:r>
              <a:rPr lang="en-US" sz="2400" b="1" dirty="0"/>
              <a:t>DROP: </a:t>
            </a:r>
            <a:r>
              <a:rPr lang="en-US" sz="2400" dirty="0"/>
              <a:t>This Command is used to delete objects from the  database.</a:t>
            </a:r>
          </a:p>
          <a:p>
            <a:endParaRPr lang="en-US" sz="2400"/>
          </a:p>
          <a:p>
            <a:r>
              <a:rPr lang="en-US" sz="2400" b="1" dirty="0"/>
              <a:t>ALTER: </a:t>
            </a:r>
            <a:r>
              <a:rPr lang="en-US" sz="2400" dirty="0"/>
              <a:t>This is used to alter the structure of the table.</a:t>
            </a:r>
          </a:p>
          <a:p>
            <a:endParaRPr lang="en-US" sz="2400"/>
          </a:p>
          <a:p>
            <a:r>
              <a:rPr lang="en-US" sz="2400" b="1" dirty="0"/>
              <a:t>TRUNCATE: </a:t>
            </a:r>
            <a:r>
              <a:rPr lang="en-US" sz="2400" dirty="0"/>
              <a:t>This is used to remove all records from a table, including all spaces allocated for the records are removed.</a:t>
            </a:r>
          </a:p>
        </p:txBody>
      </p:sp>
    </p:spTree>
    <p:extLst>
      <p:ext uri="{BB962C8B-B14F-4D97-AF65-F5344CB8AC3E}">
        <p14:creationId xmlns:p14="http://schemas.microsoft.com/office/powerpoint/2010/main" val="2339275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14BD4-39F6-35D8-CAA1-BC70D673EAAA}"/>
              </a:ext>
            </a:extLst>
          </p:cNvPr>
          <p:cNvSpPr>
            <a:spLocks noGrp="1"/>
          </p:cNvSpPr>
          <p:nvPr>
            <p:ph type="title"/>
          </p:nvPr>
        </p:nvSpPr>
        <p:spPr/>
        <p:txBody>
          <a:bodyPr/>
          <a:lstStyle/>
          <a:p>
            <a:pPr algn="ctr"/>
            <a:r>
              <a:rPr lang="en-US"/>
              <a:t>DATA MANIPULATION LANGAUGE (DML)</a:t>
            </a:r>
          </a:p>
        </p:txBody>
      </p:sp>
      <p:sp>
        <p:nvSpPr>
          <p:cNvPr id="3" name="Content Placeholder 2">
            <a:extLst>
              <a:ext uri="{FF2B5EF4-FFF2-40B4-BE49-F238E27FC236}">
                <a16:creationId xmlns:a16="http://schemas.microsoft.com/office/drawing/2014/main" id="{003A72CD-BBFF-6A89-C774-C64649C5026C}"/>
              </a:ext>
            </a:extLst>
          </p:cNvPr>
          <p:cNvSpPr>
            <a:spLocks noGrp="1"/>
          </p:cNvSpPr>
          <p:nvPr>
            <p:ph idx="1"/>
          </p:nvPr>
        </p:nvSpPr>
        <p:spPr>
          <a:xfrm>
            <a:off x="1006288" y="1022911"/>
            <a:ext cx="9882095" cy="4380473"/>
          </a:xfrm>
        </p:spPr>
        <p:txBody>
          <a:bodyPr/>
          <a:lstStyle/>
          <a:p>
            <a:r>
              <a:rPr lang="en-US" sz="2400">
                <a:ea typeface="+mn-lt"/>
                <a:cs typeface="+mn-lt"/>
              </a:rPr>
              <a:t>The SQL commands that deals with the manipulation of data present in </a:t>
            </a:r>
            <a:endParaRPr lang="en-US"/>
          </a:p>
          <a:p>
            <a:r>
              <a:rPr lang="en-US" sz="2400">
                <a:ea typeface="+mn-lt"/>
                <a:cs typeface="+mn-lt"/>
              </a:rPr>
              <a:t>the database belong to DML or Data Manipulation Language and this</a:t>
            </a:r>
            <a:endParaRPr lang="en-US">
              <a:ea typeface="+mn-lt"/>
              <a:cs typeface="+mn-lt"/>
            </a:endParaRPr>
          </a:p>
          <a:p>
            <a:r>
              <a:rPr lang="en-US" sz="2400">
                <a:ea typeface="+mn-lt"/>
                <a:cs typeface="+mn-lt"/>
              </a:rPr>
              <a:t> includes most of the SQL statements.</a:t>
            </a:r>
            <a:endParaRPr lang="en-US">
              <a:ea typeface="+mn-lt"/>
              <a:cs typeface="+mn-lt"/>
            </a:endParaRPr>
          </a:p>
          <a:p>
            <a:endParaRPr lang="en-US" sz="2400"/>
          </a:p>
          <a:p>
            <a:r>
              <a:rPr lang="en-US" sz="2400" b="1"/>
              <a:t>INSERT:</a:t>
            </a:r>
            <a:r>
              <a:rPr lang="en-US" sz="2400"/>
              <a:t> It is used to insert data into a table.</a:t>
            </a:r>
          </a:p>
          <a:p>
            <a:endParaRPr lang="en-US" sz="2400" b="1"/>
          </a:p>
          <a:p>
            <a:r>
              <a:rPr lang="en-US" sz="2400" b="1"/>
              <a:t>UPDATE: </a:t>
            </a:r>
            <a:r>
              <a:rPr lang="en-US" sz="2400"/>
              <a:t>It is used to update records within the existing table.</a:t>
            </a:r>
            <a:endParaRPr lang="en-US" sz="2400" b="1">
              <a:ea typeface="+mn-lt"/>
              <a:cs typeface="+mn-lt"/>
            </a:endParaRPr>
          </a:p>
          <a:p>
            <a:endParaRPr lang="en-US" sz="2400" b="1"/>
          </a:p>
          <a:p>
            <a:r>
              <a:rPr lang="en-US" sz="2400" b="1"/>
              <a:t>DELETE: </a:t>
            </a:r>
            <a:r>
              <a:rPr lang="en-US" sz="2400"/>
              <a:t>It is used to delete records from a database table</a:t>
            </a:r>
          </a:p>
          <a:p>
            <a:endParaRPr lang="en-US" sz="2000" b="1"/>
          </a:p>
          <a:p>
            <a:endParaRPr lang="en-US" sz="2000" b="1"/>
          </a:p>
        </p:txBody>
      </p:sp>
    </p:spTree>
    <p:extLst>
      <p:ext uri="{BB962C8B-B14F-4D97-AF65-F5344CB8AC3E}">
        <p14:creationId xmlns:p14="http://schemas.microsoft.com/office/powerpoint/2010/main" val="1004924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C1FF-F3EA-5459-DA81-F3C06BFB184B}"/>
              </a:ext>
            </a:extLst>
          </p:cNvPr>
          <p:cNvSpPr>
            <a:spLocks noGrp="1"/>
          </p:cNvSpPr>
          <p:nvPr>
            <p:ph type="title"/>
          </p:nvPr>
        </p:nvSpPr>
        <p:spPr/>
        <p:txBody>
          <a:bodyPr/>
          <a:lstStyle/>
          <a:p>
            <a:pPr algn="ctr"/>
            <a:r>
              <a:rPr lang="en-US"/>
              <a:t>DATA QUERY LANGUAGE (DQL)</a:t>
            </a:r>
          </a:p>
        </p:txBody>
      </p:sp>
      <p:sp>
        <p:nvSpPr>
          <p:cNvPr id="3" name="Content Placeholder 2">
            <a:extLst>
              <a:ext uri="{FF2B5EF4-FFF2-40B4-BE49-F238E27FC236}">
                <a16:creationId xmlns:a16="http://schemas.microsoft.com/office/drawing/2014/main" id="{836C47BE-0015-3ED2-5992-FFBDA55FF7FC}"/>
              </a:ext>
            </a:extLst>
          </p:cNvPr>
          <p:cNvSpPr>
            <a:spLocks noGrp="1"/>
          </p:cNvSpPr>
          <p:nvPr>
            <p:ph idx="1"/>
          </p:nvPr>
        </p:nvSpPr>
        <p:spPr/>
        <p:txBody>
          <a:bodyPr/>
          <a:lstStyle/>
          <a:p>
            <a:r>
              <a:rPr lang="en-US" sz="2400"/>
              <a:t>DQL Commands are used for performing queries on the data within schema</a:t>
            </a:r>
            <a:endParaRPr lang="en-US"/>
          </a:p>
          <a:p>
            <a:r>
              <a:rPr lang="en-US" sz="2400"/>
              <a:t>Object. The purpose of the DQL commands is to get some schema relation</a:t>
            </a:r>
          </a:p>
          <a:p>
            <a:r>
              <a:rPr lang="en-US" sz="2400"/>
              <a:t>Based on the query passed to it. The </a:t>
            </a:r>
            <a:r>
              <a:rPr lang="en-US" sz="2400" b="1"/>
              <a:t>SELECT </a:t>
            </a:r>
            <a:r>
              <a:rPr lang="en-US" sz="2400"/>
              <a:t> statement command allows </a:t>
            </a:r>
          </a:p>
          <a:p>
            <a:r>
              <a:rPr lang="en-US" sz="2400"/>
              <a:t>Us getting the data out of the database to perform operations with it. When</a:t>
            </a:r>
          </a:p>
          <a:p>
            <a:r>
              <a:rPr lang="en-US" sz="2400"/>
              <a:t>A SELECT is fired against a table or tables the result is compiled into a further</a:t>
            </a:r>
          </a:p>
          <a:p>
            <a:r>
              <a:rPr lang="en-US" sz="2400"/>
              <a:t>Temporary table, which is deployed or perhaps received by the program.</a:t>
            </a:r>
          </a:p>
          <a:p>
            <a:endParaRPr lang="en-US" sz="2400"/>
          </a:p>
          <a:p>
            <a:r>
              <a:rPr lang="en-US" sz="2400" b="1"/>
              <a:t>SELECT: </a:t>
            </a:r>
            <a:r>
              <a:rPr lang="en-US" sz="2400"/>
              <a:t>It is used to retrieve data from the database.</a:t>
            </a:r>
          </a:p>
        </p:txBody>
      </p:sp>
    </p:spTree>
    <p:extLst>
      <p:ext uri="{BB962C8B-B14F-4D97-AF65-F5344CB8AC3E}">
        <p14:creationId xmlns:p14="http://schemas.microsoft.com/office/powerpoint/2010/main" val="22444867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5AB53-1370-3083-051E-6B6297E82FA7}"/>
              </a:ext>
            </a:extLst>
          </p:cNvPr>
          <p:cNvSpPr>
            <a:spLocks noGrp="1"/>
          </p:cNvSpPr>
          <p:nvPr>
            <p:ph type="title"/>
          </p:nvPr>
        </p:nvSpPr>
        <p:spPr/>
        <p:txBody>
          <a:bodyPr/>
          <a:lstStyle/>
          <a:p>
            <a:pPr algn="ctr"/>
            <a:r>
              <a:rPr lang="en-US"/>
              <a:t>DATA CONTROL LANGAUGE (DCL)</a:t>
            </a:r>
          </a:p>
        </p:txBody>
      </p:sp>
      <p:sp>
        <p:nvSpPr>
          <p:cNvPr id="3" name="Content Placeholder 2">
            <a:extLst>
              <a:ext uri="{FF2B5EF4-FFF2-40B4-BE49-F238E27FC236}">
                <a16:creationId xmlns:a16="http://schemas.microsoft.com/office/drawing/2014/main" id="{26C0C559-0E64-0EA5-9851-DC1ABE2D3BB1}"/>
              </a:ext>
            </a:extLst>
          </p:cNvPr>
          <p:cNvSpPr>
            <a:spLocks noGrp="1"/>
          </p:cNvSpPr>
          <p:nvPr>
            <p:ph idx="1"/>
          </p:nvPr>
        </p:nvSpPr>
        <p:spPr/>
        <p:txBody>
          <a:bodyPr/>
          <a:lstStyle/>
          <a:p>
            <a:r>
              <a:rPr lang="en-US" sz="2400"/>
              <a:t>Data control language includes commands such as </a:t>
            </a:r>
            <a:r>
              <a:rPr lang="en-US" sz="2400" b="1"/>
              <a:t>GRANT </a:t>
            </a:r>
            <a:r>
              <a:rPr lang="en-US" sz="2400"/>
              <a:t>and </a:t>
            </a:r>
            <a:r>
              <a:rPr lang="en-US" sz="2400" b="1"/>
              <a:t>REVOKE </a:t>
            </a:r>
          </a:p>
          <a:p>
            <a:r>
              <a:rPr lang="en-US" sz="2400"/>
              <a:t>which mainly deals with the rights, permissions, and other controls of the</a:t>
            </a:r>
            <a:endParaRPr lang="en-US" sz="2400" b="1"/>
          </a:p>
          <a:p>
            <a:r>
              <a:rPr lang="en-US" sz="2400"/>
              <a:t>Database system.</a:t>
            </a:r>
          </a:p>
          <a:p>
            <a:endParaRPr lang="en-US" sz="2400"/>
          </a:p>
          <a:p>
            <a:r>
              <a:rPr lang="en-US" sz="2400" b="1"/>
              <a:t>GRANT:</a:t>
            </a:r>
            <a:r>
              <a:rPr lang="en-US" sz="2400"/>
              <a:t> This command gives users access privileges to the database.</a:t>
            </a:r>
          </a:p>
          <a:p>
            <a:endParaRPr lang="en-US" sz="2400" b="1"/>
          </a:p>
          <a:p>
            <a:r>
              <a:rPr lang="en-US" sz="2400" b="1"/>
              <a:t>REVOKE: </a:t>
            </a:r>
            <a:r>
              <a:rPr lang="en-US" sz="2400"/>
              <a:t>This command withdraws the user's access privileges given by using</a:t>
            </a:r>
            <a:endParaRPr lang="en-US" sz="2400" b="1"/>
          </a:p>
          <a:p>
            <a:r>
              <a:rPr lang="en-US" sz="2400"/>
              <a:t>the GRANT command.</a:t>
            </a:r>
            <a:endParaRPr lang="en-US" sz="2400" b="1"/>
          </a:p>
        </p:txBody>
      </p:sp>
    </p:spTree>
    <p:extLst>
      <p:ext uri="{BB962C8B-B14F-4D97-AF65-F5344CB8AC3E}">
        <p14:creationId xmlns:p14="http://schemas.microsoft.com/office/powerpoint/2010/main" val="34194291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DB0DC-0C4C-7853-3F8E-47002867D0A8}"/>
              </a:ext>
            </a:extLst>
          </p:cNvPr>
          <p:cNvSpPr>
            <a:spLocks noGrp="1"/>
          </p:cNvSpPr>
          <p:nvPr>
            <p:ph type="title"/>
          </p:nvPr>
        </p:nvSpPr>
        <p:spPr/>
        <p:txBody>
          <a:bodyPr/>
          <a:lstStyle/>
          <a:p>
            <a:pPr algn="ctr"/>
            <a:r>
              <a:rPr lang="en-US"/>
              <a:t>TRANSACTIONAL CONTROL LANGUAGE (TCL)</a:t>
            </a:r>
          </a:p>
        </p:txBody>
      </p:sp>
      <p:sp>
        <p:nvSpPr>
          <p:cNvPr id="3" name="Content Placeholder 2">
            <a:extLst>
              <a:ext uri="{FF2B5EF4-FFF2-40B4-BE49-F238E27FC236}">
                <a16:creationId xmlns:a16="http://schemas.microsoft.com/office/drawing/2014/main" id="{DF9C6CCE-8683-1C00-ED90-3FC303AD3E5F}"/>
              </a:ext>
            </a:extLst>
          </p:cNvPr>
          <p:cNvSpPr>
            <a:spLocks noGrp="1"/>
          </p:cNvSpPr>
          <p:nvPr>
            <p:ph idx="1"/>
          </p:nvPr>
        </p:nvSpPr>
        <p:spPr>
          <a:xfrm>
            <a:off x="457200" y="955675"/>
            <a:ext cx="11607800" cy="5225632"/>
          </a:xfrm>
        </p:spPr>
        <p:txBody>
          <a:bodyPr/>
          <a:lstStyle/>
          <a:p>
            <a:pPr algn="just"/>
            <a:r>
              <a:rPr lang="en-US" sz="2400">
                <a:ea typeface="+mn-lt"/>
                <a:cs typeface="+mn-lt"/>
              </a:rPr>
              <a:t>Transactions group a set of tasks into a single execution unit. Each transaction</a:t>
            </a:r>
            <a:endParaRPr lang="en-US" sz="1800">
              <a:ea typeface="+mn-lt"/>
              <a:cs typeface="+mn-lt"/>
            </a:endParaRPr>
          </a:p>
          <a:p>
            <a:pPr algn="just"/>
            <a:r>
              <a:rPr lang="en-US" sz="2400">
                <a:ea typeface="+mn-lt"/>
                <a:cs typeface="+mn-lt"/>
              </a:rPr>
              <a:t>begins with a specific task and ends when all the tasks in the group successfully</a:t>
            </a:r>
            <a:endParaRPr lang="en-US" sz="1800">
              <a:ea typeface="+mn-lt"/>
              <a:cs typeface="+mn-lt"/>
            </a:endParaRPr>
          </a:p>
          <a:p>
            <a:pPr algn="just"/>
            <a:r>
              <a:rPr lang="en-US" sz="2400">
                <a:ea typeface="+mn-lt"/>
                <a:cs typeface="+mn-lt"/>
              </a:rPr>
              <a:t>complete. If any of the tasks fail, the transaction fails. Therefore, a transaction has</a:t>
            </a:r>
            <a:endParaRPr lang="en-US" sz="1800">
              <a:ea typeface="+mn-lt"/>
              <a:cs typeface="+mn-lt"/>
            </a:endParaRPr>
          </a:p>
          <a:p>
            <a:pPr algn="just"/>
            <a:r>
              <a:rPr lang="en-US" sz="2400">
                <a:ea typeface="+mn-lt"/>
                <a:cs typeface="+mn-lt"/>
              </a:rPr>
              <a:t>only two results: success or failure. The following commands are used to control</a:t>
            </a:r>
          </a:p>
          <a:p>
            <a:pPr algn="just"/>
            <a:r>
              <a:rPr lang="en-US" sz="2400"/>
              <a:t>The execution of transaction.</a:t>
            </a:r>
          </a:p>
          <a:p>
            <a:pPr algn="just"/>
            <a:r>
              <a:rPr lang="en-US" sz="2400" b="1"/>
              <a:t>COMMIT: </a:t>
            </a:r>
            <a:r>
              <a:rPr lang="en-US" sz="2400"/>
              <a:t>Commits a Transaction. It saves the transaction permanently to the disk.</a:t>
            </a:r>
          </a:p>
          <a:p>
            <a:pPr algn="just"/>
            <a:r>
              <a:rPr lang="en-US" sz="2400" b="1"/>
              <a:t>ROLLBACK: </a:t>
            </a:r>
            <a:r>
              <a:rPr lang="en-US" sz="2400"/>
              <a:t>By using this command, used can rollback to different save points that</a:t>
            </a:r>
          </a:p>
          <a:p>
            <a:pPr algn="just"/>
            <a:r>
              <a:rPr lang="en-US" sz="2400"/>
              <a:t>User already created while carrying a transaction.</a:t>
            </a:r>
          </a:p>
          <a:p>
            <a:pPr algn="just"/>
            <a:r>
              <a:rPr lang="en-US" sz="2400" b="1"/>
              <a:t>SAVEPOINT: </a:t>
            </a:r>
            <a:r>
              <a:rPr lang="en-US" sz="2400"/>
              <a:t>We can save different parts of the same transaction with different </a:t>
            </a:r>
          </a:p>
          <a:p>
            <a:pPr algn="just"/>
            <a:r>
              <a:rPr lang="en-US" sz="2400"/>
              <a:t>Names. For example, we can save all </a:t>
            </a:r>
            <a:r>
              <a:rPr lang="en-US" sz="2400" b="1"/>
              <a:t>alter </a:t>
            </a:r>
            <a:r>
              <a:rPr lang="en-US" sz="2400"/>
              <a:t>related queries with some name.</a:t>
            </a:r>
            <a:endParaRPr lang="en-US" sz="2400" b="1"/>
          </a:p>
          <a:p>
            <a:pPr algn="just"/>
            <a:r>
              <a:rPr lang="en-US" sz="2400" b="1"/>
              <a:t>SET TRANSACTION/BEGIN: </a:t>
            </a:r>
            <a:r>
              <a:rPr lang="en-US" sz="2400"/>
              <a:t>Specifies the characteristics for the transaction.</a:t>
            </a:r>
            <a:endParaRPr lang="en-US" sz="2400" b="1"/>
          </a:p>
          <a:p>
            <a:pPr algn="just"/>
            <a:endParaRPr lang="en-US" sz="2400"/>
          </a:p>
          <a:p>
            <a:pPr algn="just"/>
            <a:endParaRPr lang="en-US" sz="2400"/>
          </a:p>
        </p:txBody>
      </p:sp>
    </p:spTree>
    <p:extLst>
      <p:ext uri="{BB962C8B-B14F-4D97-AF65-F5344CB8AC3E}">
        <p14:creationId xmlns:p14="http://schemas.microsoft.com/office/powerpoint/2010/main" val="13485818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B0E6B-A958-3920-CF18-0D5E99B612B6}"/>
              </a:ext>
            </a:extLst>
          </p:cNvPr>
          <p:cNvSpPr>
            <a:spLocks noGrp="1"/>
          </p:cNvSpPr>
          <p:nvPr>
            <p:ph type="ctrTitle"/>
          </p:nvPr>
        </p:nvSpPr>
        <p:spPr>
          <a:xfrm>
            <a:off x="1524000" y="109706"/>
            <a:ext cx="9144000" cy="733258"/>
          </a:xfrm>
        </p:spPr>
        <p:txBody>
          <a:bodyPr/>
          <a:lstStyle/>
          <a:p>
            <a:r>
              <a:rPr lang="en-US" sz="4000"/>
              <a:t>SQL Data Types</a:t>
            </a:r>
          </a:p>
        </p:txBody>
      </p:sp>
      <p:sp>
        <p:nvSpPr>
          <p:cNvPr id="4" name="TextBox 3">
            <a:extLst>
              <a:ext uri="{FF2B5EF4-FFF2-40B4-BE49-F238E27FC236}">
                <a16:creationId xmlns:a16="http://schemas.microsoft.com/office/drawing/2014/main" id="{58ED0A7E-93F6-D91F-3E0A-26103E456A55}"/>
              </a:ext>
            </a:extLst>
          </p:cNvPr>
          <p:cNvSpPr txBox="1"/>
          <p:nvPr/>
        </p:nvSpPr>
        <p:spPr>
          <a:xfrm>
            <a:off x="509337" y="2055394"/>
            <a:ext cx="11057021"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3600"/>
              <a:t>Character Data Types</a:t>
            </a:r>
          </a:p>
          <a:p>
            <a:pPr marL="342900" indent="-342900">
              <a:buFont typeface="Arial"/>
              <a:buChar char="•"/>
            </a:pPr>
            <a:r>
              <a:rPr lang="en-US" sz="3600"/>
              <a:t>Numeric Data Types</a:t>
            </a:r>
          </a:p>
          <a:p>
            <a:pPr marL="342900" indent="-342900">
              <a:buFont typeface="Arial"/>
              <a:buChar char="•"/>
            </a:pPr>
            <a:r>
              <a:rPr lang="en-US" sz="3600"/>
              <a:t>Date and Time Data Types</a:t>
            </a:r>
          </a:p>
        </p:txBody>
      </p:sp>
    </p:spTree>
    <p:extLst>
      <p:ext uri="{BB962C8B-B14F-4D97-AF65-F5344CB8AC3E}">
        <p14:creationId xmlns:p14="http://schemas.microsoft.com/office/powerpoint/2010/main" val="3202601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3801F-573F-7F7B-8FD9-A8CAED3B4E46}"/>
              </a:ext>
            </a:extLst>
          </p:cNvPr>
          <p:cNvSpPr>
            <a:spLocks noGrp="1"/>
          </p:cNvSpPr>
          <p:nvPr>
            <p:ph type="title"/>
          </p:nvPr>
        </p:nvSpPr>
        <p:spPr/>
        <p:txBody>
          <a:bodyPr/>
          <a:lstStyle/>
          <a:p>
            <a:pPr algn="ctr"/>
            <a:r>
              <a:rPr lang="en-US"/>
              <a:t>Character Data Types</a:t>
            </a:r>
          </a:p>
        </p:txBody>
      </p:sp>
      <p:graphicFrame>
        <p:nvGraphicFramePr>
          <p:cNvPr id="4" name="Table 4">
            <a:extLst>
              <a:ext uri="{FF2B5EF4-FFF2-40B4-BE49-F238E27FC236}">
                <a16:creationId xmlns:a16="http://schemas.microsoft.com/office/drawing/2014/main" id="{EF0D4D0C-6B4F-8AD4-A479-BF293FE6714D}"/>
              </a:ext>
            </a:extLst>
          </p:cNvPr>
          <p:cNvGraphicFramePr>
            <a:graphicFrameLocks noGrp="1"/>
          </p:cNvGraphicFramePr>
          <p:nvPr>
            <p:ph idx="1"/>
            <p:extLst>
              <p:ext uri="{D42A27DB-BD31-4B8C-83A1-F6EECF244321}">
                <p14:modId xmlns:p14="http://schemas.microsoft.com/office/powerpoint/2010/main" val="1113706141"/>
              </p:ext>
            </p:extLst>
          </p:nvPr>
        </p:nvGraphicFramePr>
        <p:xfrm>
          <a:off x="457200" y="955675"/>
          <a:ext cx="11226799" cy="4915953"/>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4141708249"/>
                    </a:ext>
                  </a:extLst>
                </a:gridCol>
                <a:gridCol w="8254999">
                  <a:extLst>
                    <a:ext uri="{9D8B030D-6E8A-4147-A177-3AD203B41FA5}">
                      <a16:colId xmlns:a16="http://schemas.microsoft.com/office/drawing/2014/main" val="4244485476"/>
                    </a:ext>
                  </a:extLst>
                </a:gridCol>
              </a:tblGrid>
              <a:tr h="822760">
                <a:tc>
                  <a:txBody>
                    <a:bodyPr/>
                    <a:lstStyle/>
                    <a:p>
                      <a:pPr lvl="0" algn="ctr">
                        <a:buNone/>
                      </a:pPr>
                      <a:r>
                        <a:rPr lang="en-US" sz="2800"/>
                        <a:t>Data Type</a:t>
                      </a:r>
                    </a:p>
                  </a:txBody>
                  <a:tcPr anchor="ctr"/>
                </a:tc>
                <a:tc>
                  <a:txBody>
                    <a:bodyPr/>
                    <a:lstStyle/>
                    <a:p>
                      <a:pPr lvl="0" algn="ctr">
                        <a:buNone/>
                      </a:pPr>
                      <a:r>
                        <a:rPr lang="en-US" sz="2800"/>
                        <a:t>Description</a:t>
                      </a:r>
                    </a:p>
                  </a:txBody>
                  <a:tcPr anchor="ctr"/>
                </a:tc>
                <a:extLst>
                  <a:ext uri="{0D108BD9-81ED-4DB2-BD59-A6C34878D82A}">
                    <a16:rowId xmlns:a16="http://schemas.microsoft.com/office/drawing/2014/main" val="2775199784"/>
                  </a:ext>
                </a:extLst>
              </a:tr>
              <a:tr h="822760">
                <a:tc>
                  <a:txBody>
                    <a:bodyPr/>
                    <a:lstStyle/>
                    <a:p>
                      <a:r>
                        <a:rPr lang="en-US"/>
                        <a:t>Char (Size)</a:t>
                      </a:r>
                    </a:p>
                  </a:txBody>
                  <a:tcPr/>
                </a:tc>
                <a:tc>
                  <a:txBody>
                    <a:bodyPr/>
                    <a:lstStyle/>
                    <a:p>
                      <a:pPr lvl="0">
                        <a:buNone/>
                      </a:pPr>
                      <a:r>
                        <a:rPr lang="en-US" sz="1800" b="0" i="0" u="none" strike="noStrike" noProof="0">
                          <a:latin typeface="Arial"/>
                        </a:rPr>
                        <a:t>It is used to store character data within the predefined length. It can be stored up to 2000 bytes.</a:t>
                      </a:r>
                      <a:endParaRPr lang="en-US"/>
                    </a:p>
                  </a:txBody>
                  <a:tcPr/>
                </a:tc>
                <a:extLst>
                  <a:ext uri="{0D108BD9-81ED-4DB2-BD59-A6C34878D82A}">
                    <a16:rowId xmlns:a16="http://schemas.microsoft.com/office/drawing/2014/main" val="2295029759"/>
                  </a:ext>
                </a:extLst>
              </a:tr>
              <a:tr h="710513">
                <a:tc>
                  <a:txBody>
                    <a:bodyPr/>
                    <a:lstStyle/>
                    <a:p>
                      <a:r>
                        <a:rPr lang="en-US" err="1"/>
                        <a:t>NChar</a:t>
                      </a:r>
                      <a:r>
                        <a:rPr lang="en-US"/>
                        <a:t> (Size)</a:t>
                      </a:r>
                    </a:p>
                  </a:txBody>
                  <a:tcPr/>
                </a:tc>
                <a:tc>
                  <a:txBody>
                    <a:bodyPr/>
                    <a:lstStyle/>
                    <a:p>
                      <a:pPr lvl="0">
                        <a:buNone/>
                      </a:pPr>
                      <a:r>
                        <a:rPr lang="en-US" sz="1800" b="0" i="0" u="none" strike="noStrike" noProof="0">
                          <a:latin typeface="Arial"/>
                        </a:rPr>
                        <a:t>It is used to store national character data within the predefined length. It can be stored up to 2000 bytes.</a:t>
                      </a:r>
                      <a:endParaRPr lang="en-US"/>
                    </a:p>
                  </a:txBody>
                  <a:tcPr/>
                </a:tc>
                <a:extLst>
                  <a:ext uri="{0D108BD9-81ED-4DB2-BD59-A6C34878D82A}">
                    <a16:rowId xmlns:a16="http://schemas.microsoft.com/office/drawing/2014/main" val="1445938259"/>
                  </a:ext>
                </a:extLst>
              </a:tr>
              <a:tr h="822760">
                <a:tc>
                  <a:txBody>
                    <a:bodyPr/>
                    <a:lstStyle/>
                    <a:p>
                      <a:pPr lvl="0" algn="just">
                        <a:buNone/>
                      </a:pPr>
                      <a:r>
                        <a:rPr lang="en-US">
                          <a:effectLst/>
                        </a:rPr>
                        <a:t>VARCHAR(SIZE)</a:t>
                      </a:r>
                      <a:endParaRPr lang="en-US">
                        <a:solidFill>
                          <a:srgbClr val="333333"/>
                        </a:solidFill>
                        <a:effectLst/>
                        <a:latin typeface="inter-regular"/>
                      </a:endParaRPr>
                    </a:p>
                  </a:txBody>
                  <a:tcPr/>
                </a:tc>
                <a:tc>
                  <a:txBody>
                    <a:bodyPr/>
                    <a:lstStyle/>
                    <a:p>
                      <a:pPr lvl="0" algn="just">
                        <a:buNone/>
                      </a:pPr>
                      <a:r>
                        <a:rPr lang="en-US">
                          <a:effectLst/>
                        </a:rPr>
                        <a:t>It is the same as VARCHAR2(size). You can also use VARCHAR(size), but it is suggested to use VARCHAR2(size)</a:t>
                      </a:r>
                      <a:endParaRPr lang="en-US">
                        <a:solidFill>
                          <a:srgbClr val="333333"/>
                        </a:solidFill>
                        <a:effectLst/>
                        <a:latin typeface="inter-regular"/>
                      </a:endParaRPr>
                    </a:p>
                  </a:txBody>
                  <a:tcPr/>
                </a:tc>
                <a:extLst>
                  <a:ext uri="{0D108BD9-81ED-4DB2-BD59-A6C34878D82A}">
                    <a16:rowId xmlns:a16="http://schemas.microsoft.com/office/drawing/2014/main" val="1186501502"/>
                  </a:ext>
                </a:extLst>
              </a:tr>
              <a:tr h="822760">
                <a:tc>
                  <a:txBody>
                    <a:bodyPr/>
                    <a:lstStyle/>
                    <a:p>
                      <a:pPr lvl="0" algn="just">
                        <a:buNone/>
                      </a:pPr>
                      <a:r>
                        <a:rPr lang="en-US">
                          <a:effectLst/>
                        </a:rPr>
                        <a:t>VARCHAR2(size)</a:t>
                      </a:r>
                      <a:endParaRPr lang="en-US">
                        <a:solidFill>
                          <a:srgbClr val="333333"/>
                        </a:solidFill>
                        <a:effectLst/>
                        <a:latin typeface="inter-regular"/>
                      </a:endParaRPr>
                    </a:p>
                  </a:txBody>
                  <a:tcPr/>
                </a:tc>
                <a:tc>
                  <a:txBody>
                    <a:bodyPr/>
                    <a:lstStyle/>
                    <a:p>
                      <a:pPr lvl="0" algn="just">
                        <a:buNone/>
                      </a:pPr>
                      <a:r>
                        <a:rPr lang="en-US">
                          <a:effectLst/>
                        </a:rPr>
                        <a:t>It is used to store variable string data within the predefined length. It can be stored up to 4000 byte.</a:t>
                      </a:r>
                      <a:endParaRPr lang="en-US">
                        <a:solidFill>
                          <a:srgbClr val="333333"/>
                        </a:solidFill>
                        <a:effectLst/>
                        <a:latin typeface="inter-regular"/>
                      </a:endParaRPr>
                    </a:p>
                  </a:txBody>
                  <a:tcPr/>
                </a:tc>
                <a:extLst>
                  <a:ext uri="{0D108BD9-81ED-4DB2-BD59-A6C34878D82A}">
                    <a16:rowId xmlns:a16="http://schemas.microsoft.com/office/drawing/2014/main" val="879680028"/>
                  </a:ext>
                </a:extLst>
              </a:tr>
              <a:tr h="822760">
                <a:tc>
                  <a:txBody>
                    <a:bodyPr/>
                    <a:lstStyle/>
                    <a:p>
                      <a:pPr lvl="0" algn="just">
                        <a:buNone/>
                      </a:pPr>
                      <a:r>
                        <a:rPr lang="en-US">
                          <a:effectLst/>
                        </a:rPr>
                        <a:t>NVARCHAR2(size)</a:t>
                      </a:r>
                      <a:endParaRPr lang="en-US">
                        <a:solidFill>
                          <a:srgbClr val="333333"/>
                        </a:solidFill>
                        <a:effectLst/>
                        <a:latin typeface="inter-regular"/>
                      </a:endParaRPr>
                    </a:p>
                  </a:txBody>
                  <a:tcPr/>
                </a:tc>
                <a:tc>
                  <a:txBody>
                    <a:bodyPr/>
                    <a:lstStyle/>
                    <a:p>
                      <a:pPr lvl="0" algn="just">
                        <a:buNone/>
                      </a:pPr>
                      <a:r>
                        <a:rPr lang="en-US">
                          <a:effectLst/>
                        </a:rPr>
                        <a:t>It is used to store Unicode string data within the predefined length. We have to must specify the size of NVARCHAR2 data type. It can be stored up to 4000 bytes.</a:t>
                      </a:r>
                      <a:endParaRPr lang="en-US">
                        <a:solidFill>
                          <a:srgbClr val="333333"/>
                        </a:solidFill>
                        <a:effectLst/>
                        <a:latin typeface="inter-regular"/>
                      </a:endParaRPr>
                    </a:p>
                  </a:txBody>
                  <a:tcPr/>
                </a:tc>
                <a:extLst>
                  <a:ext uri="{0D108BD9-81ED-4DB2-BD59-A6C34878D82A}">
                    <a16:rowId xmlns:a16="http://schemas.microsoft.com/office/drawing/2014/main" val="1821923635"/>
                  </a:ext>
                </a:extLst>
              </a:tr>
            </a:tbl>
          </a:graphicData>
        </a:graphic>
      </p:graphicFrame>
    </p:spTree>
    <p:extLst>
      <p:ext uri="{BB962C8B-B14F-4D97-AF65-F5344CB8AC3E}">
        <p14:creationId xmlns:p14="http://schemas.microsoft.com/office/powerpoint/2010/main" val="1535134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C53CF-7400-6A4F-0C54-576930754B6D}"/>
              </a:ext>
            </a:extLst>
          </p:cNvPr>
          <p:cNvSpPr>
            <a:spLocks noGrp="1"/>
          </p:cNvSpPr>
          <p:nvPr>
            <p:ph type="title"/>
          </p:nvPr>
        </p:nvSpPr>
        <p:spPr>
          <a:xfrm>
            <a:off x="387016" y="3929"/>
            <a:ext cx="11226800" cy="573087"/>
          </a:xfrm>
        </p:spPr>
        <p:txBody>
          <a:bodyPr/>
          <a:lstStyle/>
          <a:p>
            <a:pPr algn="ctr"/>
            <a:r>
              <a:rPr lang="en-US"/>
              <a:t>Numeric Data Types</a:t>
            </a:r>
          </a:p>
        </p:txBody>
      </p:sp>
      <p:graphicFrame>
        <p:nvGraphicFramePr>
          <p:cNvPr id="7" name="Table 7">
            <a:extLst>
              <a:ext uri="{FF2B5EF4-FFF2-40B4-BE49-F238E27FC236}">
                <a16:creationId xmlns:a16="http://schemas.microsoft.com/office/drawing/2014/main" id="{E1F8A588-853A-46FE-75BC-B4CCC1BC9E1A}"/>
              </a:ext>
            </a:extLst>
          </p:cNvPr>
          <p:cNvGraphicFramePr>
            <a:graphicFrameLocks noGrp="1"/>
          </p:cNvGraphicFramePr>
          <p:nvPr>
            <p:ph idx="1"/>
            <p:extLst>
              <p:ext uri="{D42A27DB-BD31-4B8C-83A1-F6EECF244321}">
                <p14:modId xmlns:p14="http://schemas.microsoft.com/office/powerpoint/2010/main" val="599644859"/>
              </p:ext>
            </p:extLst>
          </p:nvPr>
        </p:nvGraphicFramePr>
        <p:xfrm>
          <a:off x="477253" y="895517"/>
          <a:ext cx="11226797" cy="4374496"/>
        </p:xfrm>
        <a:graphic>
          <a:graphicData uri="http://schemas.openxmlformats.org/drawingml/2006/table">
            <a:tbl>
              <a:tblPr firstRow="1" bandRow="1">
                <a:tableStyleId>{5C22544A-7EE6-4342-B048-85BDC9FD1C3A}</a:tableStyleId>
              </a:tblPr>
              <a:tblGrid>
                <a:gridCol w="3801979">
                  <a:extLst>
                    <a:ext uri="{9D8B030D-6E8A-4147-A177-3AD203B41FA5}">
                      <a16:colId xmlns:a16="http://schemas.microsoft.com/office/drawing/2014/main" val="4226073129"/>
                    </a:ext>
                  </a:extLst>
                </a:gridCol>
                <a:gridCol w="7424818">
                  <a:extLst>
                    <a:ext uri="{9D8B030D-6E8A-4147-A177-3AD203B41FA5}">
                      <a16:colId xmlns:a16="http://schemas.microsoft.com/office/drawing/2014/main" val="2204305470"/>
                    </a:ext>
                  </a:extLst>
                </a:gridCol>
              </a:tblGrid>
              <a:tr h="560416">
                <a:tc>
                  <a:txBody>
                    <a:bodyPr/>
                    <a:lstStyle/>
                    <a:p>
                      <a:pPr algn="ctr"/>
                      <a:r>
                        <a:rPr lang="en-US"/>
                        <a:t>Data Types</a:t>
                      </a:r>
                    </a:p>
                  </a:txBody>
                  <a:tcPr/>
                </a:tc>
                <a:tc>
                  <a:txBody>
                    <a:bodyPr/>
                    <a:lstStyle/>
                    <a:p>
                      <a:pPr algn="ctr"/>
                      <a:r>
                        <a:rPr lang="en-US"/>
                        <a:t>Description</a:t>
                      </a:r>
                    </a:p>
                  </a:txBody>
                  <a:tcPr/>
                </a:tc>
                <a:extLst>
                  <a:ext uri="{0D108BD9-81ED-4DB2-BD59-A6C34878D82A}">
                    <a16:rowId xmlns:a16="http://schemas.microsoft.com/office/drawing/2014/main" val="3896457089"/>
                  </a:ext>
                </a:extLst>
              </a:tr>
              <a:tr h="617837">
                <a:tc>
                  <a:txBody>
                    <a:bodyPr/>
                    <a:lstStyle/>
                    <a:p>
                      <a:r>
                        <a:rPr lang="en-US"/>
                        <a:t>INTEGER</a:t>
                      </a:r>
                    </a:p>
                  </a:txBody>
                  <a:tcPr/>
                </a:tc>
                <a:tc>
                  <a:txBody>
                    <a:bodyPr/>
                    <a:lstStyle/>
                    <a:p>
                      <a:r>
                        <a:rPr lang="en-US"/>
                        <a:t>Equal to INT size</a:t>
                      </a:r>
                    </a:p>
                  </a:txBody>
                  <a:tcPr/>
                </a:tc>
                <a:extLst>
                  <a:ext uri="{0D108BD9-81ED-4DB2-BD59-A6C34878D82A}">
                    <a16:rowId xmlns:a16="http://schemas.microsoft.com/office/drawing/2014/main" val="3197179308"/>
                  </a:ext>
                </a:extLst>
              </a:tr>
              <a:tr h="1003986">
                <a:tc>
                  <a:txBody>
                    <a:bodyPr/>
                    <a:lstStyle/>
                    <a:p>
                      <a:r>
                        <a:rPr lang="en-US"/>
                        <a:t>INT</a:t>
                      </a:r>
                    </a:p>
                  </a:txBody>
                  <a:tcPr/>
                </a:tc>
                <a:tc>
                  <a:txBody>
                    <a:bodyPr/>
                    <a:lstStyle/>
                    <a:p>
                      <a:pPr lvl="0">
                        <a:buNone/>
                      </a:pPr>
                      <a:r>
                        <a:rPr lang="en-US" sz="1800" b="0" i="0" u="none" strike="noStrike" noProof="0">
                          <a:latin typeface="Arial"/>
                        </a:rPr>
                        <a:t>A medium integer. Signed range is from -2147483648 to 2147483647. Unsigned range is from 0 to 4294967295. The </a:t>
                      </a:r>
                      <a:r>
                        <a:rPr lang="en-US" sz="1800" b="0" i="1" u="none" strike="noStrike" noProof="0">
                          <a:latin typeface="Arial"/>
                        </a:rPr>
                        <a:t>size</a:t>
                      </a:r>
                      <a:r>
                        <a:rPr lang="en-US" sz="1800" b="0" i="0" u="none" strike="noStrike" noProof="0">
                          <a:latin typeface="Arial"/>
                        </a:rPr>
                        <a:t> parameter specifies the maximum display width (which is 255)</a:t>
                      </a:r>
                      <a:endParaRPr lang="en-US"/>
                    </a:p>
                  </a:txBody>
                  <a:tcPr/>
                </a:tc>
                <a:extLst>
                  <a:ext uri="{0D108BD9-81ED-4DB2-BD59-A6C34878D82A}">
                    <a16:rowId xmlns:a16="http://schemas.microsoft.com/office/drawing/2014/main" val="390372354"/>
                  </a:ext>
                </a:extLst>
              </a:tr>
              <a:tr h="1003537">
                <a:tc>
                  <a:txBody>
                    <a:bodyPr/>
                    <a:lstStyle/>
                    <a:p>
                      <a:r>
                        <a:rPr lang="en-US"/>
                        <a:t>SMALL INT</a:t>
                      </a:r>
                    </a:p>
                  </a:txBody>
                  <a:tcPr/>
                </a:tc>
                <a:tc>
                  <a:txBody>
                    <a:bodyPr/>
                    <a:lstStyle/>
                    <a:p>
                      <a:pPr lvl="0">
                        <a:buNone/>
                      </a:pPr>
                      <a:r>
                        <a:rPr lang="en-US" sz="1800" b="0" i="0" u="none" strike="noStrike" noProof="0">
                          <a:latin typeface="Arial"/>
                        </a:rPr>
                        <a:t>A small integer. Signed range is from -32768 to 32767. Unsigned range is from 0 to 65535. The </a:t>
                      </a:r>
                      <a:r>
                        <a:rPr lang="en-US" sz="1800" b="0" i="1" u="none" strike="noStrike" noProof="0">
                          <a:latin typeface="Arial"/>
                        </a:rPr>
                        <a:t>size</a:t>
                      </a:r>
                      <a:r>
                        <a:rPr lang="en-US" sz="1800" b="0" i="0" u="none" strike="noStrike" noProof="0">
                          <a:latin typeface="Arial"/>
                        </a:rPr>
                        <a:t> parameter specifies the maximum display width (which is 255).</a:t>
                      </a:r>
                      <a:endParaRPr lang="en-US"/>
                    </a:p>
                  </a:txBody>
                  <a:tcPr/>
                </a:tc>
                <a:extLst>
                  <a:ext uri="{0D108BD9-81ED-4DB2-BD59-A6C34878D82A}">
                    <a16:rowId xmlns:a16="http://schemas.microsoft.com/office/drawing/2014/main" val="3195789656"/>
                  </a:ext>
                </a:extLst>
              </a:tr>
              <a:tr h="1003537">
                <a:tc>
                  <a:txBody>
                    <a:bodyPr/>
                    <a:lstStyle/>
                    <a:p>
                      <a:pPr lvl="0">
                        <a:buNone/>
                      </a:pPr>
                      <a:r>
                        <a:rPr lang="en-US"/>
                        <a:t>DECIMAL / NUMERIC (P, S)</a:t>
                      </a:r>
                    </a:p>
                  </a:txBody>
                  <a:tcPr/>
                </a:tc>
                <a:tc>
                  <a:txBody>
                    <a:bodyPr/>
                    <a:lstStyle/>
                    <a:p>
                      <a:pPr lvl="0">
                        <a:buNone/>
                      </a:pPr>
                      <a:r>
                        <a:rPr lang="en-US" sz="1800" b="0" i="0" u="none" strike="noStrike" noProof="0">
                          <a:latin typeface="Arial"/>
                        </a:rPr>
                        <a:t>The decimal or numeric data type is used for storing exact decimal numbers with a fixed precision and scale. The precision represents the total number of digits that can be stored, while scale represents the number of decimal places.</a:t>
                      </a:r>
                    </a:p>
                  </a:txBody>
                  <a:tcPr/>
                </a:tc>
                <a:extLst>
                  <a:ext uri="{0D108BD9-81ED-4DB2-BD59-A6C34878D82A}">
                    <a16:rowId xmlns:a16="http://schemas.microsoft.com/office/drawing/2014/main" val="2697057190"/>
                  </a:ext>
                </a:extLst>
              </a:tr>
            </a:tbl>
          </a:graphicData>
        </a:graphic>
      </p:graphicFrame>
    </p:spTree>
    <p:extLst>
      <p:ext uri="{BB962C8B-B14F-4D97-AF65-F5344CB8AC3E}">
        <p14:creationId xmlns:p14="http://schemas.microsoft.com/office/powerpoint/2010/main" val="34289332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46EB7-E647-F421-4154-110DC4BC6F18}"/>
              </a:ext>
            </a:extLst>
          </p:cNvPr>
          <p:cNvSpPr>
            <a:spLocks noGrp="1"/>
          </p:cNvSpPr>
          <p:nvPr>
            <p:ph type="title"/>
          </p:nvPr>
        </p:nvSpPr>
        <p:spPr/>
        <p:txBody>
          <a:bodyPr/>
          <a:lstStyle/>
          <a:p>
            <a:pPr algn="ctr"/>
            <a:r>
              <a:rPr lang="en-US"/>
              <a:t>Date and Time Data Types</a:t>
            </a:r>
          </a:p>
        </p:txBody>
      </p:sp>
      <p:graphicFrame>
        <p:nvGraphicFramePr>
          <p:cNvPr id="4" name="Table 4">
            <a:extLst>
              <a:ext uri="{FF2B5EF4-FFF2-40B4-BE49-F238E27FC236}">
                <a16:creationId xmlns:a16="http://schemas.microsoft.com/office/drawing/2014/main" id="{A3F433F7-CDFF-A744-BE02-D31AD2AF77B6}"/>
              </a:ext>
            </a:extLst>
          </p:cNvPr>
          <p:cNvGraphicFramePr>
            <a:graphicFrameLocks noGrp="1"/>
          </p:cNvGraphicFramePr>
          <p:nvPr>
            <p:ph idx="1"/>
            <p:extLst>
              <p:ext uri="{D42A27DB-BD31-4B8C-83A1-F6EECF244321}">
                <p14:modId xmlns:p14="http://schemas.microsoft.com/office/powerpoint/2010/main" val="1438669273"/>
              </p:ext>
            </p:extLst>
          </p:nvPr>
        </p:nvGraphicFramePr>
        <p:xfrm>
          <a:off x="457200" y="955675"/>
          <a:ext cx="11226798" cy="4842733"/>
        </p:xfrm>
        <a:graphic>
          <a:graphicData uri="http://schemas.openxmlformats.org/drawingml/2006/table">
            <a:tbl>
              <a:tblPr firstRow="1" bandRow="1">
                <a:tableStyleId>{5C22544A-7EE6-4342-B048-85BDC9FD1C3A}</a:tableStyleId>
              </a:tblPr>
              <a:tblGrid>
                <a:gridCol w="2189747">
                  <a:extLst>
                    <a:ext uri="{9D8B030D-6E8A-4147-A177-3AD203B41FA5}">
                      <a16:colId xmlns:a16="http://schemas.microsoft.com/office/drawing/2014/main" val="3689659107"/>
                    </a:ext>
                  </a:extLst>
                </a:gridCol>
                <a:gridCol w="9037051">
                  <a:extLst>
                    <a:ext uri="{9D8B030D-6E8A-4147-A177-3AD203B41FA5}">
                      <a16:colId xmlns:a16="http://schemas.microsoft.com/office/drawing/2014/main" val="67614222"/>
                    </a:ext>
                  </a:extLst>
                </a:gridCol>
              </a:tblGrid>
              <a:tr h="540645">
                <a:tc>
                  <a:txBody>
                    <a:bodyPr/>
                    <a:lstStyle/>
                    <a:p>
                      <a:pPr algn="ctr"/>
                      <a:r>
                        <a:rPr lang="en-US"/>
                        <a:t>Data Types</a:t>
                      </a:r>
                    </a:p>
                  </a:txBody>
                  <a:tcPr/>
                </a:tc>
                <a:tc>
                  <a:txBody>
                    <a:bodyPr/>
                    <a:lstStyle/>
                    <a:p>
                      <a:pPr algn="ctr"/>
                      <a:r>
                        <a:rPr lang="en-US"/>
                        <a:t>Description</a:t>
                      </a:r>
                    </a:p>
                  </a:txBody>
                  <a:tcPr/>
                </a:tc>
                <a:extLst>
                  <a:ext uri="{0D108BD9-81ED-4DB2-BD59-A6C34878D82A}">
                    <a16:rowId xmlns:a16="http://schemas.microsoft.com/office/drawing/2014/main" val="2758212077"/>
                  </a:ext>
                </a:extLst>
              </a:tr>
              <a:tr h="939692">
                <a:tc>
                  <a:txBody>
                    <a:bodyPr/>
                    <a:lstStyle/>
                    <a:p>
                      <a:r>
                        <a:rPr lang="en-US"/>
                        <a:t>DATE</a:t>
                      </a:r>
                    </a:p>
                  </a:txBody>
                  <a:tcPr/>
                </a:tc>
                <a:tc>
                  <a:txBody>
                    <a:bodyPr/>
                    <a:lstStyle/>
                    <a:p>
                      <a:pPr lvl="0">
                        <a:buNone/>
                      </a:pPr>
                      <a:r>
                        <a:rPr lang="en-US" sz="1800" b="0" i="0" u="none" strike="noStrike" noProof="0">
                          <a:latin typeface="Arial"/>
                        </a:rPr>
                        <a:t>It is used to store a valid date-time format with a fixed length. Its range varies from January 1, 4712 BC to December 31, 9999 AD.</a:t>
                      </a:r>
                      <a:endParaRPr lang="en-US"/>
                    </a:p>
                  </a:txBody>
                  <a:tcPr/>
                </a:tc>
                <a:extLst>
                  <a:ext uri="{0D108BD9-81ED-4DB2-BD59-A6C34878D82A}">
                    <a16:rowId xmlns:a16="http://schemas.microsoft.com/office/drawing/2014/main" val="263361676"/>
                  </a:ext>
                </a:extLst>
              </a:tr>
              <a:tr h="617837">
                <a:tc>
                  <a:txBody>
                    <a:bodyPr/>
                    <a:lstStyle/>
                    <a:p>
                      <a:pPr lvl="0">
                        <a:buNone/>
                      </a:pPr>
                      <a:r>
                        <a:rPr lang="en-US"/>
                        <a:t>TIME</a:t>
                      </a:r>
                    </a:p>
                  </a:txBody>
                  <a:tcPr/>
                </a:tc>
                <a:tc>
                  <a:txBody>
                    <a:bodyPr/>
                    <a:lstStyle/>
                    <a:p>
                      <a:pPr lvl="0">
                        <a:buNone/>
                      </a:pPr>
                      <a:r>
                        <a:rPr lang="en-US" sz="1800" b="0" i="0" u="none" strike="noStrike" noProof="0"/>
                        <a:t>A time. Format: </a:t>
                      </a:r>
                      <a:r>
                        <a:rPr lang="en-US" sz="1800" b="0" i="0" u="none" strike="noStrike" noProof="0" err="1"/>
                        <a:t>hh:mm:ss</a:t>
                      </a:r>
                      <a:r>
                        <a:rPr lang="en-US" sz="1800" b="0" i="0" u="none" strike="noStrike" noProof="0"/>
                        <a:t>. The supported range is from '-838:59:59' to '838:59:59'</a:t>
                      </a:r>
                      <a:endParaRPr lang="en-US"/>
                    </a:p>
                  </a:txBody>
                  <a:tcPr/>
                </a:tc>
                <a:extLst>
                  <a:ext uri="{0D108BD9-81ED-4DB2-BD59-A6C34878D82A}">
                    <a16:rowId xmlns:a16="http://schemas.microsoft.com/office/drawing/2014/main" val="2624568276"/>
                  </a:ext>
                </a:extLst>
              </a:tr>
              <a:tr h="697831">
                <a:tc>
                  <a:txBody>
                    <a:bodyPr/>
                    <a:lstStyle/>
                    <a:p>
                      <a:r>
                        <a:rPr lang="en-US"/>
                        <a:t>TIMESTAMP</a:t>
                      </a:r>
                    </a:p>
                  </a:txBody>
                  <a:tcPr/>
                </a:tc>
                <a:tc>
                  <a:txBody>
                    <a:bodyPr/>
                    <a:lstStyle/>
                    <a:p>
                      <a:pPr lvl="0">
                        <a:buNone/>
                      </a:pPr>
                      <a:r>
                        <a:rPr lang="en-US" sz="1800" b="0" i="0" u="none" strike="noStrike" noProof="0">
                          <a:latin typeface="Arial"/>
                        </a:rPr>
                        <a:t>It is used to store the valid date in YYYY-MM-DD with time </a:t>
                      </a:r>
                      <a:r>
                        <a:rPr lang="en-US" sz="1800" b="0" i="0" u="none" strike="noStrike" noProof="0" err="1">
                          <a:latin typeface="Arial"/>
                        </a:rPr>
                        <a:t>hh:mm:ss</a:t>
                      </a:r>
                      <a:r>
                        <a:rPr lang="en-US" sz="1800" b="0" i="0" u="none" strike="noStrike" noProof="0">
                          <a:latin typeface="Arial"/>
                        </a:rPr>
                        <a:t> format.</a:t>
                      </a:r>
                      <a:endParaRPr lang="en-US"/>
                    </a:p>
                  </a:txBody>
                  <a:tcPr/>
                </a:tc>
                <a:extLst>
                  <a:ext uri="{0D108BD9-81ED-4DB2-BD59-A6C34878D82A}">
                    <a16:rowId xmlns:a16="http://schemas.microsoft.com/office/drawing/2014/main" val="307331388"/>
                  </a:ext>
                </a:extLst>
              </a:tr>
              <a:tr h="2046728">
                <a:tc>
                  <a:txBody>
                    <a:bodyPr/>
                    <a:lstStyle/>
                    <a:p>
                      <a:pPr lvl="0">
                        <a:buNone/>
                      </a:pPr>
                      <a:r>
                        <a:rPr lang="en-US"/>
                        <a:t>DATETIME</a:t>
                      </a:r>
                    </a:p>
                  </a:txBody>
                  <a:tcPr/>
                </a:tc>
                <a:tc>
                  <a:txBody>
                    <a:bodyPr/>
                    <a:lstStyle/>
                    <a:p>
                      <a:pPr lvl="0">
                        <a:buNone/>
                      </a:pPr>
                      <a:r>
                        <a:rPr lang="en-US" sz="1800" b="0" i="0" u="none" strike="noStrike" noProof="0"/>
                        <a:t>A date and time combination. Format: YYYY-MM-DD </a:t>
                      </a:r>
                      <a:r>
                        <a:rPr lang="en-US" sz="1800" b="0" i="0" u="none" strike="noStrike" noProof="0" err="1"/>
                        <a:t>hh:mm:ss</a:t>
                      </a:r>
                      <a:r>
                        <a:rPr lang="en-US" sz="1800" b="0" i="0" u="none" strike="noStrike" noProof="0"/>
                        <a:t>. The supported range is from '1000-01-01 00:00:00' to '9999-12-31 23:59:59'. Adding DEFAULT and ON UPDATE in the column definition to get automatic initialization and updating to the current date and time</a:t>
                      </a:r>
                      <a:endParaRPr lang="en-US"/>
                    </a:p>
                  </a:txBody>
                  <a:tcPr/>
                </a:tc>
                <a:extLst>
                  <a:ext uri="{0D108BD9-81ED-4DB2-BD59-A6C34878D82A}">
                    <a16:rowId xmlns:a16="http://schemas.microsoft.com/office/drawing/2014/main" val="1893275361"/>
                  </a:ext>
                </a:extLst>
              </a:tr>
            </a:tbl>
          </a:graphicData>
        </a:graphic>
      </p:graphicFrame>
    </p:spTree>
    <p:extLst>
      <p:ext uri="{BB962C8B-B14F-4D97-AF65-F5344CB8AC3E}">
        <p14:creationId xmlns:p14="http://schemas.microsoft.com/office/powerpoint/2010/main" val="18297440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4E84C4"/>
        </a:solidFill>
        <a:effectLst/>
      </p:bgPr>
    </p:bg>
    <p:spTree>
      <p:nvGrpSpPr>
        <p:cNvPr id="1" name=""/>
        <p:cNvGrpSpPr/>
        <p:nvPr/>
      </p:nvGrpSpPr>
      <p:grpSpPr>
        <a:xfrm>
          <a:off x="0" y="0"/>
          <a:ext cx="0" cy="0"/>
          <a:chOff x="0" y="0"/>
          <a:chExt cx="0" cy="0"/>
        </a:xfrm>
      </p:grpSpPr>
      <p:sp>
        <p:nvSpPr>
          <p:cNvPr id="10241" name="Rectangle 1">
            <a:extLst>
              <a:ext uri="{FF2B5EF4-FFF2-40B4-BE49-F238E27FC236}">
                <a16:creationId xmlns:a16="http://schemas.microsoft.com/office/drawing/2014/main" id="{07F868DA-DDBD-8BCA-28B8-3A3673259DB3}"/>
              </a:ext>
            </a:extLst>
          </p:cNvPr>
          <p:cNvSpPr>
            <a:spLocks noChangeArrowheads="1"/>
          </p:cNvSpPr>
          <p:nvPr/>
        </p:nvSpPr>
        <p:spPr bwMode="auto">
          <a:xfrm>
            <a:off x="1905001" y="4038600"/>
            <a:ext cx="813276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242" name="Text Box 2">
            <a:extLst>
              <a:ext uri="{FF2B5EF4-FFF2-40B4-BE49-F238E27FC236}">
                <a16:creationId xmlns:a16="http://schemas.microsoft.com/office/drawing/2014/main" id="{4E1D87A4-916E-3AC3-035E-29CC982D2D50}"/>
              </a:ext>
            </a:extLst>
          </p:cNvPr>
          <p:cNvSpPr txBox="1">
            <a:spLocks noChangeArrowheads="1"/>
          </p:cNvSpPr>
          <p:nvPr/>
        </p:nvSpPr>
        <p:spPr bwMode="auto">
          <a:xfrm>
            <a:off x="1803400" y="3849688"/>
            <a:ext cx="7772400" cy="671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9pPr>
          </a:lstStyle>
          <a:p>
            <a:pPr>
              <a:buClrTx/>
              <a:buFontTx/>
              <a:buNone/>
            </a:pPr>
            <a:r>
              <a:rPr lang="en-US" altLang="en-US" sz="3800">
                <a:solidFill>
                  <a:srgbClr val="FFFFFF"/>
                </a:solidFill>
                <a:latin typeface="Myriad Pro" charset="0"/>
              </a:rPr>
              <a:t> </a:t>
            </a:r>
          </a:p>
        </p:txBody>
      </p:sp>
      <p:sp>
        <p:nvSpPr>
          <p:cNvPr id="10243" name="Text Box 3">
            <a:extLst>
              <a:ext uri="{FF2B5EF4-FFF2-40B4-BE49-F238E27FC236}">
                <a16:creationId xmlns:a16="http://schemas.microsoft.com/office/drawing/2014/main" id="{7D44A837-E7B4-4DC3-A89A-6B535790742A}"/>
              </a:ext>
            </a:extLst>
          </p:cNvPr>
          <p:cNvSpPr txBox="1">
            <a:spLocks noChangeArrowheads="1"/>
          </p:cNvSpPr>
          <p:nvPr/>
        </p:nvSpPr>
        <p:spPr bwMode="auto">
          <a:xfrm>
            <a:off x="1866900" y="274638"/>
            <a:ext cx="8434388" cy="5199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28613">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1pPr>
            <a:lvl2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2pPr>
            <a:lvl3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3pPr>
            <a:lvl4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4pPr>
            <a:lvl5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9pPr>
          </a:lstStyle>
          <a:p>
            <a:pPr algn="ctr">
              <a:spcBef>
                <a:spcPts val="400"/>
              </a:spcBef>
              <a:buClrTx/>
            </a:pPr>
            <a:r>
              <a:rPr lang="en-US" altLang="en-US" sz="3200" b="1">
                <a:solidFill>
                  <a:srgbClr val="FFFFFF"/>
                </a:solidFill>
              </a:rPr>
              <a:t>DDL</a:t>
            </a:r>
          </a:p>
        </p:txBody>
      </p:sp>
    </p:spTree>
    <p:extLst>
      <p:ext uri="{BB962C8B-B14F-4D97-AF65-F5344CB8AC3E}">
        <p14:creationId xmlns:p14="http://schemas.microsoft.com/office/powerpoint/2010/main" val="3732805829"/>
      </p:ext>
    </p:extLst>
  </p:cSld>
  <p:clrMapOvr>
    <a:masterClrMapping/>
  </p:clrMapOvr>
  <p:transition>
    <p:wheel spokes="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5" name="Rectangle 1">
            <a:extLst>
              <a:ext uri="{FF2B5EF4-FFF2-40B4-BE49-F238E27FC236}">
                <a16:creationId xmlns:a16="http://schemas.microsoft.com/office/drawing/2014/main" id="{ECDECDC3-1C3B-BF6A-0ED2-9082879619B4}"/>
              </a:ext>
            </a:extLst>
          </p:cNvPr>
          <p:cNvSpPr>
            <a:spLocks noGrp="1" noChangeArrowheads="1"/>
          </p:cNvSpPr>
          <p:nvPr>
            <p:ph type="title" idx="4294967295"/>
          </p:nvPr>
        </p:nvSpPr>
        <p:spPr>
          <a:xfrm>
            <a:off x="1866900" y="274639"/>
            <a:ext cx="8426450" cy="579437"/>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CREATE COMMAND</a:t>
            </a:r>
          </a:p>
        </p:txBody>
      </p:sp>
      <p:sp>
        <p:nvSpPr>
          <p:cNvPr id="11266" name="Rectangle 2">
            <a:extLst>
              <a:ext uri="{FF2B5EF4-FFF2-40B4-BE49-F238E27FC236}">
                <a16:creationId xmlns:a16="http://schemas.microsoft.com/office/drawing/2014/main" id="{FFB228EE-DAE1-53FF-D23A-B9BBFC6D8AC7}"/>
              </a:ext>
            </a:extLst>
          </p:cNvPr>
          <p:cNvSpPr>
            <a:spLocks noGrp="1" noChangeArrowheads="1"/>
          </p:cNvSpPr>
          <p:nvPr>
            <p:ph type="body" idx="4294967295"/>
          </p:nvPr>
        </p:nvSpPr>
        <p:spPr>
          <a:xfrm>
            <a:off x="1866900" y="955675"/>
            <a:ext cx="8426450" cy="4510088"/>
          </a:xfrm>
          <a:ln/>
        </p:spPr>
        <p:txBody>
          <a:bodyPr/>
          <a:lstStyle/>
          <a:p>
            <a:pPr marL="34925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dirty="0">
                <a:solidFill>
                  <a:schemeClr val="tx1"/>
                </a:solidFill>
              </a:rPr>
              <a:t>Create table is used to create a new table in the database.</a:t>
            </a:r>
          </a:p>
          <a:p>
            <a:pPr marL="34925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dirty="0">
                <a:solidFill>
                  <a:schemeClr val="tx1"/>
                </a:solidFill>
              </a:rPr>
              <a:t>To create a table you have to name the table and define its columns and datatype for each column.</a:t>
            </a:r>
          </a:p>
          <a:p>
            <a:pPr indent="-33655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dirty="0">
                <a:solidFill>
                  <a:schemeClr val="tx1"/>
                </a:solidFill>
              </a:rPr>
              <a:t>Syntax</a:t>
            </a:r>
          </a:p>
          <a:p>
            <a:pPr indent="-336550" algn="ctr">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a:solidFill>
                <a:schemeClr val="tx1"/>
              </a:solidFill>
            </a:endParaRPr>
          </a:p>
          <a:p>
            <a:pPr indent="-33655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dirty="0">
                <a:solidFill>
                  <a:schemeClr val="tx1"/>
                </a:solidFill>
              </a:rPr>
              <a:t>CREATE TABLE</a:t>
            </a:r>
            <a:r>
              <a:rPr lang="en-US" altLang="en-US" sz="2000" b="1" noProof="1">
                <a:solidFill>
                  <a:schemeClr val="tx1"/>
                </a:solidFill>
              </a:rPr>
              <a:t> table_name</a:t>
            </a:r>
          </a:p>
          <a:p>
            <a:pPr indent="-33655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dirty="0">
                <a:solidFill>
                  <a:schemeClr val="tx1"/>
                </a:solidFill>
              </a:rPr>
              <a:t>(</a:t>
            </a:r>
          </a:p>
          <a:p>
            <a:pPr indent="-33655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dirty="0">
                <a:solidFill>
                  <a:schemeClr val="tx1"/>
                </a:solidFill>
              </a:rPr>
              <a:t>  column1 datatype [ NULL | NOT NULL  | UNIQUE | PRIMARY KEY],</a:t>
            </a:r>
          </a:p>
          <a:p>
            <a:pPr indent="-33655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dirty="0">
                <a:solidFill>
                  <a:schemeClr val="tx1"/>
                </a:solidFill>
              </a:rPr>
              <a:t>  </a:t>
            </a:r>
            <a:r>
              <a:rPr lang="en-US" sz="2000" b="1" dirty="0">
                <a:solidFill>
                  <a:schemeClr val="tx1"/>
                </a:solidFill>
              </a:rPr>
              <a:t>column2 datatype [ NULL | NOT NULL ],</a:t>
            </a:r>
            <a:endParaRPr lang="en-US" altLang="en-US" sz="2000" b="1" dirty="0">
              <a:solidFill>
                <a:schemeClr val="tx1"/>
              </a:solidFill>
            </a:endParaRPr>
          </a:p>
          <a:p>
            <a:pPr indent="-33655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dirty="0">
                <a:solidFill>
                  <a:schemeClr val="tx1"/>
                </a:solidFill>
              </a:rPr>
              <a:t>  ...</a:t>
            </a:r>
          </a:p>
          <a:p>
            <a:pPr indent="-33655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dirty="0">
                <a:solidFill>
                  <a:schemeClr val="tx1"/>
                </a:solidFill>
              </a:rPr>
              <a:t>  column3 datatype [ NULL | NOT NULL ]</a:t>
            </a:r>
          </a:p>
          <a:p>
            <a:pPr indent="-33655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dirty="0">
                <a:solidFill>
                  <a:schemeClr val="tx1"/>
                </a:solidFill>
              </a:rPr>
              <a:t>)</a:t>
            </a:r>
          </a:p>
          <a:p>
            <a:pPr indent="-33655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a:solidFill>
                <a:schemeClr val="tx1"/>
              </a:solidFill>
            </a:endParaRPr>
          </a:p>
          <a:p>
            <a:pPr indent="-336550" algn="ctr">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a:solidFill>
                <a:schemeClr val="tx1"/>
              </a:solidFill>
            </a:endParaRPr>
          </a:p>
        </p:txBody>
      </p:sp>
    </p:spTree>
    <p:extLst>
      <p:ext uri="{BB962C8B-B14F-4D97-AF65-F5344CB8AC3E}">
        <p14:creationId xmlns:p14="http://schemas.microsoft.com/office/powerpoint/2010/main" val="1104462668"/>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7" name="Rectangle 1">
            <a:extLst>
              <a:ext uri="{FF2B5EF4-FFF2-40B4-BE49-F238E27FC236}">
                <a16:creationId xmlns:a16="http://schemas.microsoft.com/office/drawing/2014/main" id="{E920882A-D645-89D5-B34F-1832E43F1FC3}"/>
              </a:ext>
            </a:extLst>
          </p:cNvPr>
          <p:cNvSpPr>
            <a:spLocks noGrp="1" noChangeArrowheads="1"/>
          </p:cNvSpPr>
          <p:nvPr>
            <p:ph type="title" idx="4294967295"/>
          </p:nvPr>
        </p:nvSpPr>
        <p:spPr>
          <a:xfrm>
            <a:off x="1866901" y="274638"/>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DROP COMMAND</a:t>
            </a:r>
          </a:p>
        </p:txBody>
      </p:sp>
      <p:sp>
        <p:nvSpPr>
          <p:cNvPr id="14338" name="Rectangle 2">
            <a:extLst>
              <a:ext uri="{FF2B5EF4-FFF2-40B4-BE49-F238E27FC236}">
                <a16:creationId xmlns:a16="http://schemas.microsoft.com/office/drawing/2014/main" id="{C195168D-E278-4EE1-672D-A42E6BFC653A}"/>
              </a:ext>
            </a:extLst>
          </p:cNvPr>
          <p:cNvSpPr>
            <a:spLocks noGrp="1" noChangeArrowheads="1"/>
          </p:cNvSpPr>
          <p:nvPr>
            <p:ph type="body" idx="4294967295"/>
          </p:nvPr>
        </p:nvSpPr>
        <p:spPr>
          <a:xfrm>
            <a:off x="631538" y="851767"/>
            <a:ext cx="10669442" cy="1499900"/>
          </a:xfrm>
          <a:ln/>
        </p:spPr>
        <p:txBody>
          <a:bodyPr/>
          <a:lstStyle/>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DROP TABLE statement is used to remove or delete a table from the database.</a:t>
            </a:r>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marL="0"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a:t>Syntax: </a:t>
            </a:r>
            <a:endParaRPr lang="en-US" sz="2000"/>
          </a:p>
          <a:p>
            <a:pPr marL="0" indent="0" algn="ctr">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a:t>DROP TABLE </a:t>
            </a:r>
            <a:r>
              <a:rPr lang="en-US" sz="2000" b="1" noProof="1"/>
              <a:t>table_name</a:t>
            </a:r>
            <a:r>
              <a:rPr lang="en-US" sz="2000" b="1"/>
              <a:t>;</a:t>
            </a:r>
            <a:endParaRPr lang="en-US" sz="2000"/>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i="1"/>
          </a:p>
        </p:txBody>
      </p:sp>
      <p:sp>
        <p:nvSpPr>
          <p:cNvPr id="2" name="Rectangle 1">
            <a:extLst>
              <a:ext uri="{FF2B5EF4-FFF2-40B4-BE49-F238E27FC236}">
                <a16:creationId xmlns:a16="http://schemas.microsoft.com/office/drawing/2014/main" id="{C84001C2-E36E-859C-4184-D78540AF03C4}"/>
              </a:ext>
            </a:extLst>
          </p:cNvPr>
          <p:cNvSpPr>
            <a:spLocks noGrp="1" noChangeArrowheads="1"/>
          </p:cNvSpPr>
          <p:nvPr/>
        </p:nvSpPr>
        <p:spPr bwMode="auto">
          <a:xfrm>
            <a:off x="1751446" y="2653002"/>
            <a:ext cx="8429625"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l" defTabSz="457200" rtl="0" eaLnBrk="0" fontAlgn="base" hangingPunct="0">
              <a:spcBef>
                <a:spcPct val="0"/>
              </a:spcBef>
              <a:spcAft>
                <a:spcPct val="0"/>
              </a:spcAft>
              <a:buClr>
                <a:srgbClr val="000000"/>
              </a:buClr>
              <a:buSzPct val="100000"/>
              <a:buFont typeface="Times New Roman" panose="02020603050405020304" pitchFamily="18" charset="0"/>
              <a:defRPr sz="2800" kern="1200">
                <a:solidFill>
                  <a:srgbClr val="4E84C4"/>
                </a:solidFill>
                <a:latin typeface="+mj-lt"/>
                <a:ea typeface="+mj-ea"/>
                <a:cs typeface="+mj-cs"/>
              </a:defRPr>
            </a:lvl1pPr>
            <a:lvl2pPr marL="742950" indent="-28575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2pPr>
            <a:lvl3pPr marL="1143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3pPr>
            <a:lvl4pPr marL="1600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4pPr>
            <a:lvl5pPr marL="20574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5pPr>
            <a:lvl6pPr marL="25146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6pPr>
            <a:lvl7pPr marL="29718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7pPr>
            <a:lvl8pPr marL="3429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8pPr>
            <a:lvl9pPr marL="3886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9p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TRUNCATE COMMAND</a:t>
            </a:r>
          </a:p>
        </p:txBody>
      </p:sp>
      <p:sp>
        <p:nvSpPr>
          <p:cNvPr id="4" name="Rectangle 2">
            <a:extLst>
              <a:ext uri="{FF2B5EF4-FFF2-40B4-BE49-F238E27FC236}">
                <a16:creationId xmlns:a16="http://schemas.microsoft.com/office/drawing/2014/main" id="{9D04A2C4-04C0-B766-A85A-E4F3CB593388}"/>
              </a:ext>
            </a:extLst>
          </p:cNvPr>
          <p:cNvSpPr txBox="1">
            <a:spLocks noChangeArrowheads="1"/>
          </p:cNvSpPr>
          <p:nvPr/>
        </p:nvSpPr>
        <p:spPr bwMode="auto">
          <a:xfrm>
            <a:off x="855825" y="3433941"/>
            <a:ext cx="10669442" cy="24350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marL="342900" indent="-3429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1pPr>
            <a:lvl2pPr marL="742950" indent="-28575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2pPr>
            <a:lvl3pPr marL="11430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3pPr>
            <a:lvl4pPr marL="16002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4pPr>
            <a:lvl5pPr marL="20574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TRUNCATE TABLE  is used to remove all the records from a table.</a:t>
            </a:r>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It works same as DELETE statement but without specifying WHERE clause. </a:t>
            </a:r>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It is generally used when you don't want have to worry about rolling back.</a:t>
            </a:r>
          </a:p>
          <a:p>
            <a:pPr marL="9525"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marL="0"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a:t>Syntax: </a:t>
            </a:r>
            <a:endParaRPr lang="en-US" sz="2000"/>
          </a:p>
          <a:p>
            <a:pPr marL="0" indent="0" algn="ctr">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a:t>TRUNCATE TABLE </a:t>
            </a:r>
            <a:r>
              <a:rPr lang="en-US" sz="2000" b="1" noProof="1"/>
              <a:t>table_name</a:t>
            </a:r>
            <a:r>
              <a:rPr lang="en-US" sz="2000" b="1"/>
              <a:t>;</a:t>
            </a:r>
            <a:endParaRPr lang="en-US" sz="2000"/>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i="1"/>
          </a:p>
        </p:txBody>
      </p:sp>
    </p:spTree>
    <p:extLst>
      <p:ext uri="{BB962C8B-B14F-4D97-AF65-F5344CB8AC3E}">
        <p14:creationId xmlns:p14="http://schemas.microsoft.com/office/powerpoint/2010/main" val="1527941461"/>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1" name="Rectangle 1">
            <a:extLst>
              <a:ext uri="{FF2B5EF4-FFF2-40B4-BE49-F238E27FC236}">
                <a16:creationId xmlns:a16="http://schemas.microsoft.com/office/drawing/2014/main" id="{C47353CF-51C8-537B-7256-4E776943B4C4}"/>
              </a:ext>
            </a:extLst>
          </p:cNvPr>
          <p:cNvSpPr>
            <a:spLocks noGrp="1" noChangeArrowheads="1"/>
          </p:cNvSpPr>
          <p:nvPr>
            <p:ph type="title" idx="4294967295"/>
          </p:nvPr>
        </p:nvSpPr>
        <p:spPr>
          <a:xfrm>
            <a:off x="1866901" y="274638"/>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RENAME COMMAND</a:t>
            </a:r>
          </a:p>
        </p:txBody>
      </p:sp>
      <p:sp>
        <p:nvSpPr>
          <p:cNvPr id="15362" name="Rectangle 2">
            <a:extLst>
              <a:ext uri="{FF2B5EF4-FFF2-40B4-BE49-F238E27FC236}">
                <a16:creationId xmlns:a16="http://schemas.microsoft.com/office/drawing/2014/main" id="{C0DD41C6-5DBB-68A1-46C2-0C855A0D7490}"/>
              </a:ext>
            </a:extLst>
          </p:cNvPr>
          <p:cNvSpPr>
            <a:spLocks noGrp="1" noChangeArrowheads="1"/>
          </p:cNvSpPr>
          <p:nvPr>
            <p:ph type="body" idx="4294967295"/>
          </p:nvPr>
        </p:nvSpPr>
        <p:spPr>
          <a:xfrm>
            <a:off x="377538" y="1175040"/>
            <a:ext cx="11431442" cy="3658900"/>
          </a:xfrm>
          <a:ln/>
        </p:spPr>
        <p:txBody>
          <a:bodyPr/>
          <a:lstStyle/>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1800"/>
              <a:t>The </a:t>
            </a:r>
            <a:r>
              <a:rPr lang="en-US" altLang="en-US" sz="1800" b="1"/>
              <a:t>'RENAME' </a:t>
            </a:r>
            <a:r>
              <a:rPr lang="en-US" altLang="en-US" sz="1800"/>
              <a:t>command is used to rename database objects such as tables, columns, indexes or views.</a:t>
            </a:r>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1800" b="1"/>
              <a:t>'RENAME' </a:t>
            </a:r>
            <a:r>
              <a:rPr lang="en-US" altLang="en-US" sz="1800"/>
              <a:t>command can vary depending on the database management system you are using.</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18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1800"/>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1800"/>
              <a:t>Renaming a Table Name.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1800" b="1" noProof="1"/>
              <a:t>Syntax: RENAME old_table_name to new_table_name;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1800" b="1"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1800" b="1" noProof="1"/>
          </a:p>
          <a:p>
            <a:pPr marL="285750" indent="-333375">
              <a:buFont typeface="Arial,Sans-Serif"/>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1800" noProof="1"/>
              <a:t>Renaming a Column Name.</a:t>
            </a:r>
          </a:p>
          <a:p>
            <a:pPr indent="-333375">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1800" b="1" noProof="1"/>
              <a:t>Syntax: ALTER TABLE table_name RENAME COLUMN  old_column_name TO new_column_name;</a:t>
            </a:r>
            <a:endParaRPr lang="en-US" sz="1800" noProof="1"/>
          </a:p>
          <a:p>
            <a:pPr indent="-333375">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1800" b="1"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1800" b="1" i="1"/>
          </a:p>
        </p:txBody>
      </p:sp>
    </p:spTree>
    <p:extLst>
      <p:ext uri="{BB962C8B-B14F-4D97-AF65-F5344CB8AC3E}">
        <p14:creationId xmlns:p14="http://schemas.microsoft.com/office/powerpoint/2010/main" val="4159257771"/>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5" name="Rectangle 1">
            <a:extLst>
              <a:ext uri="{FF2B5EF4-FFF2-40B4-BE49-F238E27FC236}">
                <a16:creationId xmlns:a16="http://schemas.microsoft.com/office/drawing/2014/main" id="{8110C789-66AA-EB99-CC49-3EFA906A6B47}"/>
              </a:ext>
            </a:extLst>
          </p:cNvPr>
          <p:cNvSpPr>
            <a:spLocks noGrp="1" noChangeArrowheads="1"/>
          </p:cNvSpPr>
          <p:nvPr>
            <p:ph type="title" idx="4294967295"/>
          </p:nvPr>
        </p:nvSpPr>
        <p:spPr>
          <a:xfrm>
            <a:off x="1866901" y="274638"/>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ALTER Command</a:t>
            </a:r>
          </a:p>
        </p:txBody>
      </p:sp>
      <p:sp>
        <p:nvSpPr>
          <p:cNvPr id="16386" name="Rectangle 2">
            <a:extLst>
              <a:ext uri="{FF2B5EF4-FFF2-40B4-BE49-F238E27FC236}">
                <a16:creationId xmlns:a16="http://schemas.microsoft.com/office/drawing/2014/main" id="{765FED4D-F8CD-6030-D7D9-1028E482D57F}"/>
              </a:ext>
            </a:extLst>
          </p:cNvPr>
          <p:cNvSpPr>
            <a:spLocks noGrp="1" noChangeArrowheads="1"/>
          </p:cNvSpPr>
          <p:nvPr>
            <p:ph type="body" idx="4294967295"/>
          </p:nvPr>
        </p:nvSpPr>
        <p:spPr>
          <a:xfrm>
            <a:off x="400629" y="955676"/>
            <a:ext cx="11281351" cy="5194444"/>
          </a:xfrm>
          <a:ln/>
        </p:spPr>
        <p:txBody>
          <a:bodyPr/>
          <a:lstStyle/>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The ALTER TABLE statement is used to add, delete, or modify columns in and existing table.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1. To add a column in a table, use the following syntax:</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  </a:t>
            </a:r>
            <a:r>
              <a:rPr lang="en-US" altLang="en-US" sz="2000" b="1" i="1"/>
              <a:t> </a:t>
            </a:r>
            <a:r>
              <a:rPr lang="en-US" altLang="en-US" sz="2000" b="1" noProof="1"/>
              <a:t>ALTER TABLE table_name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   ADD column_name datatype;</a:t>
            </a:r>
          </a:p>
          <a:p>
            <a:pPr indent="-340995">
              <a:buClrTx/>
              <a:buSz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i="1" noProof="1">
              <a:solidFill>
                <a:srgbClr val="7F0055"/>
              </a:solidFill>
              <a:latin typeface="Consolas" panose="020B0609020204030204" pitchFamily="49" charset="0"/>
            </a:endParaRPr>
          </a:p>
          <a:p>
            <a:pPr indent="-333375">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noProof="1">
                <a:latin typeface="Arial"/>
              </a:rPr>
              <a:t> 2. To Modify a column in a table, use the following syntax:</a:t>
            </a:r>
          </a:p>
          <a:p>
            <a:pPr indent="-333375">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noProof="1">
                <a:latin typeface="Arial"/>
              </a:rPr>
              <a:t>  </a:t>
            </a:r>
            <a:r>
              <a:rPr lang="en-US" sz="2000" b="1" i="1" noProof="1">
                <a:latin typeface="Arial"/>
              </a:rPr>
              <a:t> </a:t>
            </a:r>
            <a:r>
              <a:rPr lang="en-US" sz="2000" b="1" noProof="1">
                <a:latin typeface="Arial"/>
              </a:rPr>
              <a:t>ALTER TABLE table_name</a:t>
            </a:r>
            <a:endParaRPr lang="en-US" sz="2000" noProof="1">
              <a:latin typeface="Arial"/>
            </a:endParaRPr>
          </a:p>
          <a:p>
            <a:pPr indent="-333375">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noProof="1">
                <a:latin typeface="Arial"/>
              </a:rPr>
              <a:t>   MODIFY column_name datatype;</a:t>
            </a:r>
            <a:endParaRPr lang="en-US" sz="2000" noProof="1">
              <a:latin typeface="Arial"/>
            </a:endParaRPr>
          </a:p>
          <a:p>
            <a:pPr indent="-340995">
              <a:buClrTx/>
              <a:buSz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i="1" noProof="1">
              <a:solidFill>
                <a:srgbClr val="7F0055"/>
              </a:solidFill>
              <a:latin typeface="Consolas" panose="020B0609020204030204" pitchFamily="49" charset="0"/>
            </a:endParaRP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3. To delete a column in a table, use the following syntax </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 </a:t>
            </a:r>
            <a:r>
              <a:rPr lang="en-US" altLang="en-US" sz="2000" b="1" i="1" noProof="1"/>
              <a:t>  </a:t>
            </a:r>
            <a:r>
              <a:rPr lang="en-US" altLang="en-US" sz="2000" b="1" noProof="1"/>
              <a:t>ALTER TABLE table_name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   DROP COLUMN column_name;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i="1"/>
          </a:p>
          <a:p>
            <a:pPr indent="-333375">
              <a:buClrTx/>
              <a:buSz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i="1">
              <a:latin typeface="Arial"/>
            </a:endParaRP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p:txBody>
      </p:sp>
    </p:spTree>
    <p:extLst>
      <p:ext uri="{BB962C8B-B14F-4D97-AF65-F5344CB8AC3E}">
        <p14:creationId xmlns:p14="http://schemas.microsoft.com/office/powerpoint/2010/main" val="3912599694"/>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4E84C4"/>
        </a:solidFill>
        <a:effectLst/>
      </p:bgPr>
    </p:bg>
    <p:spTree>
      <p:nvGrpSpPr>
        <p:cNvPr id="1" name=""/>
        <p:cNvGrpSpPr/>
        <p:nvPr/>
      </p:nvGrpSpPr>
      <p:grpSpPr>
        <a:xfrm>
          <a:off x="0" y="0"/>
          <a:ext cx="0" cy="0"/>
          <a:chOff x="0" y="0"/>
          <a:chExt cx="0" cy="0"/>
        </a:xfrm>
      </p:grpSpPr>
      <p:sp>
        <p:nvSpPr>
          <p:cNvPr id="17409" name="Rectangle 1">
            <a:extLst>
              <a:ext uri="{FF2B5EF4-FFF2-40B4-BE49-F238E27FC236}">
                <a16:creationId xmlns:a16="http://schemas.microsoft.com/office/drawing/2014/main" id="{DCB08FBF-7712-FC77-7922-1C9FF4E454F8}"/>
              </a:ext>
            </a:extLst>
          </p:cNvPr>
          <p:cNvSpPr>
            <a:spLocks noChangeArrowheads="1"/>
          </p:cNvSpPr>
          <p:nvPr/>
        </p:nvSpPr>
        <p:spPr bwMode="auto">
          <a:xfrm>
            <a:off x="1905001" y="4038600"/>
            <a:ext cx="813276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410" name="Text Box 2">
            <a:extLst>
              <a:ext uri="{FF2B5EF4-FFF2-40B4-BE49-F238E27FC236}">
                <a16:creationId xmlns:a16="http://schemas.microsoft.com/office/drawing/2014/main" id="{99AE75DE-1250-3F27-2650-8197D654EE27}"/>
              </a:ext>
            </a:extLst>
          </p:cNvPr>
          <p:cNvSpPr txBox="1">
            <a:spLocks noChangeArrowheads="1"/>
          </p:cNvSpPr>
          <p:nvPr/>
        </p:nvSpPr>
        <p:spPr bwMode="auto">
          <a:xfrm>
            <a:off x="1803400" y="3849688"/>
            <a:ext cx="7772400" cy="671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9pPr>
          </a:lstStyle>
          <a:p>
            <a:pPr>
              <a:buClrTx/>
              <a:buFontTx/>
              <a:buNone/>
            </a:pPr>
            <a:r>
              <a:rPr lang="en-US" altLang="en-US" sz="3800">
                <a:solidFill>
                  <a:srgbClr val="FFFFFF"/>
                </a:solidFill>
                <a:latin typeface="Myriad Pro" charset="0"/>
              </a:rPr>
              <a:t> </a:t>
            </a:r>
          </a:p>
        </p:txBody>
      </p:sp>
      <p:sp>
        <p:nvSpPr>
          <p:cNvPr id="17411" name="Text Box 3">
            <a:extLst>
              <a:ext uri="{FF2B5EF4-FFF2-40B4-BE49-F238E27FC236}">
                <a16:creationId xmlns:a16="http://schemas.microsoft.com/office/drawing/2014/main" id="{E2CEA908-E2D7-8513-FF11-8F6F7AECEEC0}"/>
              </a:ext>
            </a:extLst>
          </p:cNvPr>
          <p:cNvSpPr txBox="1">
            <a:spLocks noChangeArrowheads="1"/>
          </p:cNvSpPr>
          <p:nvPr/>
        </p:nvSpPr>
        <p:spPr bwMode="auto">
          <a:xfrm>
            <a:off x="1866900" y="274638"/>
            <a:ext cx="8434388" cy="5199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28613">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1pPr>
            <a:lvl2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2pPr>
            <a:lvl3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3pPr>
            <a:lvl4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4pPr>
            <a:lvl5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9pPr>
          </a:lstStyle>
          <a:p>
            <a:pPr indent="-328295" algn="ctr">
              <a:spcBef>
                <a:spcPts val="400"/>
              </a:spcBef>
              <a:buClrTx/>
            </a:pPr>
            <a:r>
              <a:rPr lang="en-US" altLang="en-US" sz="3200" b="1">
                <a:solidFill>
                  <a:srgbClr val="FFFFFF"/>
                </a:solidFill>
                <a:latin typeface="Arial"/>
                <a:cs typeface="Arial"/>
              </a:rPr>
              <a:t>DML</a:t>
            </a:r>
            <a:endParaRPr lang="en-US"/>
          </a:p>
        </p:txBody>
      </p:sp>
    </p:spTree>
    <p:extLst>
      <p:ext uri="{BB962C8B-B14F-4D97-AF65-F5344CB8AC3E}">
        <p14:creationId xmlns:p14="http://schemas.microsoft.com/office/powerpoint/2010/main" val="3034988572"/>
      </p:ext>
    </p:extLst>
  </p:cSld>
  <p:clrMapOvr>
    <a:masterClrMapping/>
  </p:clrMapOvr>
  <p:transition>
    <p:wheel spokes="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29" name="Rectangle 1">
            <a:extLst>
              <a:ext uri="{FF2B5EF4-FFF2-40B4-BE49-F238E27FC236}">
                <a16:creationId xmlns:a16="http://schemas.microsoft.com/office/drawing/2014/main" id="{FED8EC66-5CEA-2BA9-9910-5EC4D466D678}"/>
              </a:ext>
            </a:extLst>
          </p:cNvPr>
          <p:cNvSpPr>
            <a:spLocks noGrp="1" noChangeArrowheads="1"/>
          </p:cNvSpPr>
          <p:nvPr>
            <p:ph type="title" idx="4294967295"/>
          </p:nvPr>
        </p:nvSpPr>
        <p:spPr>
          <a:xfrm>
            <a:off x="1866901" y="274638"/>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INSERT COMMAND</a:t>
            </a:r>
          </a:p>
        </p:txBody>
      </p:sp>
      <p:sp>
        <p:nvSpPr>
          <p:cNvPr id="22530" name="Rectangle 2">
            <a:extLst>
              <a:ext uri="{FF2B5EF4-FFF2-40B4-BE49-F238E27FC236}">
                <a16:creationId xmlns:a16="http://schemas.microsoft.com/office/drawing/2014/main" id="{06D11DA3-A96F-66AF-58C3-EE0817FFB87C}"/>
              </a:ext>
            </a:extLst>
          </p:cNvPr>
          <p:cNvSpPr>
            <a:spLocks noGrp="1" noChangeArrowheads="1"/>
          </p:cNvSpPr>
          <p:nvPr>
            <p:ph type="body" idx="4294967295"/>
          </p:nvPr>
        </p:nvSpPr>
        <p:spPr>
          <a:xfrm>
            <a:off x="1028557" y="880486"/>
            <a:ext cx="10715624" cy="5092700"/>
          </a:xfrm>
          <a:ln/>
        </p:spPr>
        <p:txBody>
          <a:bodyPr/>
          <a:lstStyle/>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INSERT command is used to add a single record or multiple records into the table.</a:t>
            </a:r>
            <a:endParaRPr lang="en-US" altLang="en-US" sz="2000" i="1"/>
          </a:p>
          <a:p>
            <a:pPr marL="9525"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marL="9525"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SYNTAX</a:t>
            </a:r>
            <a:endParaRPr lang="en-US" sz="2000"/>
          </a:p>
          <a:p>
            <a:pPr marL="9525"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a:p>
          <a:p>
            <a:pPr marL="9525"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INSERT INTO table_name VALUES (value1,value2,value3,...);</a:t>
            </a:r>
            <a:endParaRPr lang="en-US" sz="2000"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The second form specifies both the column names and the values to be inserted.</a:t>
            </a:r>
          </a:p>
          <a:p>
            <a:pPr marL="9525"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marL="9525"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SYNTAX</a:t>
            </a:r>
            <a:endParaRPr lang="en-US" altLang="en-US" sz="2000"/>
          </a:p>
          <a:p>
            <a:pPr marL="9525"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INSERT INTO table_name (column1,column2,column3,...)</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VALUES (value1,value2,value3,...);</a:t>
            </a:r>
            <a:endParaRPr lang="en-US"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i="1"/>
          </a:p>
        </p:txBody>
      </p:sp>
    </p:spTree>
    <p:extLst>
      <p:ext uri="{BB962C8B-B14F-4D97-AF65-F5344CB8AC3E}">
        <p14:creationId xmlns:p14="http://schemas.microsoft.com/office/powerpoint/2010/main" val="262586462"/>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3" name="Rectangle 1">
            <a:extLst>
              <a:ext uri="{FF2B5EF4-FFF2-40B4-BE49-F238E27FC236}">
                <a16:creationId xmlns:a16="http://schemas.microsoft.com/office/drawing/2014/main" id="{3F367EC2-523D-176E-702A-D7039137AF8A}"/>
              </a:ext>
            </a:extLst>
          </p:cNvPr>
          <p:cNvSpPr>
            <a:spLocks noGrp="1" noChangeArrowheads="1"/>
          </p:cNvSpPr>
          <p:nvPr>
            <p:ph type="title" idx="4294967295"/>
          </p:nvPr>
        </p:nvSpPr>
        <p:spPr>
          <a:xfrm>
            <a:off x="1116446" y="101456"/>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UPDATE COMMAND</a:t>
            </a:r>
          </a:p>
        </p:txBody>
      </p:sp>
      <p:sp>
        <p:nvSpPr>
          <p:cNvPr id="23554" name="Rectangle 2">
            <a:extLst>
              <a:ext uri="{FF2B5EF4-FFF2-40B4-BE49-F238E27FC236}">
                <a16:creationId xmlns:a16="http://schemas.microsoft.com/office/drawing/2014/main" id="{EE5301CD-DE1E-EAC6-EB2A-C4440A5E166D}"/>
              </a:ext>
            </a:extLst>
          </p:cNvPr>
          <p:cNvSpPr>
            <a:spLocks noGrp="1" noChangeArrowheads="1"/>
          </p:cNvSpPr>
          <p:nvPr>
            <p:ph type="body" idx="4294967295"/>
          </p:nvPr>
        </p:nvSpPr>
        <p:spPr>
          <a:xfrm>
            <a:off x="1116447" y="713221"/>
            <a:ext cx="9618806" cy="5425353"/>
          </a:xfrm>
          <a:ln/>
        </p:spPr>
        <p:txBody>
          <a:bodyPr/>
          <a:lstStyle/>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The UPDATE statement is used to update existing records in a table.</a:t>
            </a:r>
            <a:endParaRPr lang="en-US"/>
          </a:p>
          <a:p>
            <a:pPr marL="9525"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Syntax</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 </a:t>
            </a:r>
            <a:r>
              <a:rPr lang="en-US" altLang="en-US" sz="2000" b="1" noProof="1"/>
              <a:t>UPDATE table_name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 SET column1=value1,column2=value2,...</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 WHERE some_column=some_value;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marL="352425" indent="-285750">
              <a:buFont typeface="Arial,Sans-Serif"/>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noProof="1"/>
              <a:t>The UPDATE statement which is used to update every record in the column.</a:t>
            </a:r>
          </a:p>
          <a:p>
            <a:pPr marL="352425" indent="-285750">
              <a:buFont typeface="Arial,Sans-Serif"/>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noProof="1"/>
              <a:t>Without using WHERE clause.</a:t>
            </a:r>
          </a:p>
          <a:p>
            <a:pPr indent="-333375">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2000" noProof="1"/>
          </a:p>
          <a:p>
            <a:pPr indent="-333375">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noProof="1"/>
              <a:t>Syntax</a:t>
            </a:r>
            <a:endParaRPr lang="en-US" sz="2000" noProof="1"/>
          </a:p>
          <a:p>
            <a:pPr indent="-333375">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2000" noProof="1"/>
          </a:p>
          <a:p>
            <a:pPr indent="-333375">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noProof="1"/>
              <a:t> </a:t>
            </a:r>
            <a:r>
              <a:rPr lang="en-US" sz="2000" b="1" noProof="1"/>
              <a:t>UPDATE table_name</a:t>
            </a:r>
            <a:endParaRPr lang="en-US" sz="2000" noProof="1"/>
          </a:p>
          <a:p>
            <a:pPr indent="-333375">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noProof="1"/>
              <a:t> SET column1=value1,column2=value2,…;</a:t>
            </a:r>
            <a:endParaRPr lang="en-US" sz="2000" noProof="1"/>
          </a:p>
        </p:txBody>
      </p:sp>
    </p:spTree>
    <p:extLst>
      <p:ext uri="{BB962C8B-B14F-4D97-AF65-F5344CB8AC3E}">
        <p14:creationId xmlns:p14="http://schemas.microsoft.com/office/powerpoint/2010/main" val="3174041343"/>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3" name="Rectangle 1">
            <a:extLst>
              <a:ext uri="{FF2B5EF4-FFF2-40B4-BE49-F238E27FC236}">
                <a16:creationId xmlns:a16="http://schemas.microsoft.com/office/drawing/2014/main" id="{3F367EC2-523D-176E-702A-D7039137AF8A}"/>
              </a:ext>
            </a:extLst>
          </p:cNvPr>
          <p:cNvSpPr>
            <a:spLocks noGrp="1" noChangeArrowheads="1"/>
          </p:cNvSpPr>
          <p:nvPr>
            <p:ph type="title" idx="4294967295"/>
          </p:nvPr>
        </p:nvSpPr>
        <p:spPr>
          <a:xfrm>
            <a:off x="1174173" y="447820"/>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DELETE COMMAND</a:t>
            </a:r>
          </a:p>
        </p:txBody>
      </p:sp>
      <p:sp>
        <p:nvSpPr>
          <p:cNvPr id="23554" name="Rectangle 2">
            <a:extLst>
              <a:ext uri="{FF2B5EF4-FFF2-40B4-BE49-F238E27FC236}">
                <a16:creationId xmlns:a16="http://schemas.microsoft.com/office/drawing/2014/main" id="{EE5301CD-DE1E-EAC6-EB2A-C4440A5E166D}"/>
              </a:ext>
            </a:extLst>
          </p:cNvPr>
          <p:cNvSpPr>
            <a:spLocks noGrp="1" noChangeArrowheads="1"/>
          </p:cNvSpPr>
          <p:nvPr>
            <p:ph type="body" idx="4294967295"/>
          </p:nvPr>
        </p:nvSpPr>
        <p:spPr>
          <a:xfrm>
            <a:off x="1116447" y="1359767"/>
            <a:ext cx="9618806" cy="4744171"/>
          </a:xfrm>
          <a:ln/>
        </p:spPr>
        <p:txBody>
          <a:bodyPr/>
          <a:lstStyle/>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The DELETE command is used to delete existing records in a table.</a:t>
            </a:r>
            <a:endParaRPr lang="en-US"/>
          </a:p>
          <a:p>
            <a:pPr marL="9525"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Syntax</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 </a:t>
            </a:r>
            <a:r>
              <a:rPr lang="en-US" altLang="en-US" sz="2000" b="1" noProof="1"/>
              <a:t>DELETE FROM table_name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 WHERE some_column=some_value;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marL="352425" indent="-285750">
              <a:buFont typeface="Arial,Sans-Serif"/>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noProof="1"/>
              <a:t>The DELETE statement which is used to delete every record in the column.</a:t>
            </a:r>
          </a:p>
          <a:p>
            <a:pPr marL="352425" indent="-285750">
              <a:buFont typeface="Arial,Sans-Serif"/>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noProof="1"/>
              <a:t>Without using WHERE clause.</a:t>
            </a:r>
          </a:p>
          <a:p>
            <a:pPr indent="-333375">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2000" noProof="1"/>
          </a:p>
          <a:p>
            <a:pPr indent="-333375">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noProof="1"/>
              <a:t>Syntax</a:t>
            </a:r>
            <a:endParaRPr lang="en-US" sz="2000" noProof="1"/>
          </a:p>
          <a:p>
            <a:pPr indent="-333375">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2000" noProof="1"/>
          </a:p>
          <a:p>
            <a:pPr indent="-333375">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noProof="1"/>
              <a:t> </a:t>
            </a:r>
            <a:r>
              <a:rPr lang="en-US" sz="2000" b="1" noProof="1"/>
              <a:t>DELETE FROM table_name;</a:t>
            </a:r>
            <a:endParaRPr lang="en-US" sz="2000" noProof="1"/>
          </a:p>
        </p:txBody>
      </p:sp>
    </p:spTree>
    <p:extLst>
      <p:ext uri="{BB962C8B-B14F-4D97-AF65-F5344CB8AC3E}">
        <p14:creationId xmlns:p14="http://schemas.microsoft.com/office/powerpoint/2010/main" val="3488475378"/>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4E84C4"/>
        </a:solidFill>
        <a:effectLst/>
      </p:bgPr>
    </p:bg>
    <p:spTree>
      <p:nvGrpSpPr>
        <p:cNvPr id="1" name=""/>
        <p:cNvGrpSpPr/>
        <p:nvPr/>
      </p:nvGrpSpPr>
      <p:grpSpPr>
        <a:xfrm>
          <a:off x="0" y="0"/>
          <a:ext cx="0" cy="0"/>
          <a:chOff x="0" y="0"/>
          <a:chExt cx="0" cy="0"/>
        </a:xfrm>
      </p:grpSpPr>
      <p:sp>
        <p:nvSpPr>
          <p:cNvPr id="17409" name="Rectangle 1">
            <a:extLst>
              <a:ext uri="{FF2B5EF4-FFF2-40B4-BE49-F238E27FC236}">
                <a16:creationId xmlns:a16="http://schemas.microsoft.com/office/drawing/2014/main" id="{DCB08FBF-7712-FC77-7922-1C9FF4E454F8}"/>
              </a:ext>
            </a:extLst>
          </p:cNvPr>
          <p:cNvSpPr>
            <a:spLocks noChangeArrowheads="1"/>
          </p:cNvSpPr>
          <p:nvPr/>
        </p:nvSpPr>
        <p:spPr bwMode="auto">
          <a:xfrm>
            <a:off x="1905001" y="4038600"/>
            <a:ext cx="813276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410" name="Text Box 2">
            <a:extLst>
              <a:ext uri="{FF2B5EF4-FFF2-40B4-BE49-F238E27FC236}">
                <a16:creationId xmlns:a16="http://schemas.microsoft.com/office/drawing/2014/main" id="{99AE75DE-1250-3F27-2650-8197D654EE27}"/>
              </a:ext>
            </a:extLst>
          </p:cNvPr>
          <p:cNvSpPr txBox="1">
            <a:spLocks noChangeArrowheads="1"/>
          </p:cNvSpPr>
          <p:nvPr/>
        </p:nvSpPr>
        <p:spPr bwMode="auto">
          <a:xfrm>
            <a:off x="1803400" y="3849688"/>
            <a:ext cx="7772400" cy="671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9pPr>
          </a:lstStyle>
          <a:p>
            <a:pPr>
              <a:buClrTx/>
              <a:buFontTx/>
              <a:buNone/>
            </a:pPr>
            <a:r>
              <a:rPr lang="en-US" altLang="en-US" sz="3800">
                <a:solidFill>
                  <a:srgbClr val="FFFFFF"/>
                </a:solidFill>
                <a:latin typeface="Myriad Pro" charset="0"/>
              </a:rPr>
              <a:t> </a:t>
            </a:r>
          </a:p>
        </p:txBody>
      </p:sp>
      <p:sp>
        <p:nvSpPr>
          <p:cNvPr id="17411" name="Text Box 3">
            <a:extLst>
              <a:ext uri="{FF2B5EF4-FFF2-40B4-BE49-F238E27FC236}">
                <a16:creationId xmlns:a16="http://schemas.microsoft.com/office/drawing/2014/main" id="{E2CEA908-E2D7-8513-FF11-8F6F7AECEEC0}"/>
              </a:ext>
            </a:extLst>
          </p:cNvPr>
          <p:cNvSpPr txBox="1">
            <a:spLocks noChangeArrowheads="1"/>
          </p:cNvSpPr>
          <p:nvPr/>
        </p:nvSpPr>
        <p:spPr bwMode="auto">
          <a:xfrm>
            <a:off x="1866900" y="274638"/>
            <a:ext cx="8434388" cy="5199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28613">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1pPr>
            <a:lvl2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2pPr>
            <a:lvl3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3pPr>
            <a:lvl4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4pPr>
            <a:lvl5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9pPr>
          </a:lstStyle>
          <a:p>
            <a:pPr indent="-328295" algn="ctr">
              <a:spcBef>
                <a:spcPts val="400"/>
              </a:spcBef>
              <a:buClrTx/>
            </a:pPr>
            <a:r>
              <a:rPr lang="en-US" altLang="en-US" sz="3200" b="1">
                <a:solidFill>
                  <a:srgbClr val="FFFFFF"/>
                </a:solidFill>
                <a:latin typeface="Arial"/>
                <a:cs typeface="Arial"/>
              </a:rPr>
              <a:t>DQL</a:t>
            </a:r>
            <a:endParaRPr lang="en-US"/>
          </a:p>
        </p:txBody>
      </p:sp>
    </p:spTree>
    <p:extLst>
      <p:ext uri="{BB962C8B-B14F-4D97-AF65-F5344CB8AC3E}">
        <p14:creationId xmlns:p14="http://schemas.microsoft.com/office/powerpoint/2010/main" val="984260479"/>
      </p:ext>
    </p:extLst>
  </p:cSld>
  <p:clrMapOvr>
    <a:masterClrMapping/>
  </p:clrMapOvr>
  <p:transition>
    <p:wheel spokes="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3" name="Rectangle 1">
            <a:extLst>
              <a:ext uri="{FF2B5EF4-FFF2-40B4-BE49-F238E27FC236}">
                <a16:creationId xmlns:a16="http://schemas.microsoft.com/office/drawing/2014/main" id="{74D3E3D6-2D6D-AAFA-5BCC-88C415FF3B0F}"/>
              </a:ext>
            </a:extLst>
          </p:cNvPr>
          <p:cNvSpPr>
            <a:spLocks noGrp="1" noChangeArrowheads="1"/>
          </p:cNvSpPr>
          <p:nvPr>
            <p:ph type="title" idx="4294967295"/>
          </p:nvPr>
        </p:nvSpPr>
        <p:spPr>
          <a:xfrm>
            <a:off x="1012537" y="436274"/>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SELECT COMMAND</a:t>
            </a:r>
          </a:p>
        </p:txBody>
      </p:sp>
      <p:sp>
        <p:nvSpPr>
          <p:cNvPr id="18434" name="Rectangle 2">
            <a:extLst>
              <a:ext uri="{FF2B5EF4-FFF2-40B4-BE49-F238E27FC236}">
                <a16:creationId xmlns:a16="http://schemas.microsoft.com/office/drawing/2014/main" id="{56B50CD4-8814-B01E-DA55-C8A13461AFBD}"/>
              </a:ext>
            </a:extLst>
          </p:cNvPr>
          <p:cNvSpPr>
            <a:spLocks noGrp="1" noChangeArrowheads="1"/>
          </p:cNvSpPr>
          <p:nvPr>
            <p:ph type="body" idx="4294967295"/>
          </p:nvPr>
        </p:nvSpPr>
        <p:spPr>
          <a:xfrm>
            <a:off x="1012537" y="805585"/>
            <a:ext cx="9976715" cy="5471679"/>
          </a:xfrm>
          <a:ln/>
        </p:spPr>
        <p:txBody>
          <a:bodyPr/>
          <a:lstStyle/>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The SELECT statement is used to select data from the table.</a:t>
            </a:r>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SQL Query to select specific columns in the table.</a:t>
            </a:r>
          </a:p>
          <a:p>
            <a:pPr marL="9525"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SELECT column_name, column_name FROM table_name;</a:t>
            </a:r>
            <a:endParaRPr lang="en-US" altLang="en-US" sz="2000" b="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SQL Query to select all columns in the table.</a:t>
            </a:r>
            <a:endParaRPr lang="en-US" altLang="en-US" sz="2000" b="1"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SELECT * FROM </a:t>
            </a:r>
            <a:r>
              <a:rPr lang="en-US" altLang="en-US" sz="2000" b="1" noProof="1"/>
              <a:t>table_name</a:t>
            </a:r>
            <a:r>
              <a:rPr lang="en-US" altLang="en-US" sz="2000" b="1"/>
              <a:t>;</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SQL Query to select the data based on certain condition.</a:t>
            </a:r>
          </a:p>
          <a:p>
            <a:pPr marL="9525"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SELECT column_name,column_name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FROM table_name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WHERE column_name operator value;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a:p>
        </p:txBody>
      </p:sp>
    </p:spTree>
    <p:extLst>
      <p:ext uri="{BB962C8B-B14F-4D97-AF65-F5344CB8AC3E}">
        <p14:creationId xmlns:p14="http://schemas.microsoft.com/office/powerpoint/2010/main" val="1984402203"/>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4E84C4"/>
        </a:solidFill>
        <a:effectLst/>
      </p:bgPr>
    </p:bg>
    <p:spTree>
      <p:nvGrpSpPr>
        <p:cNvPr id="1" name=""/>
        <p:cNvGrpSpPr/>
        <p:nvPr/>
      </p:nvGrpSpPr>
      <p:grpSpPr>
        <a:xfrm>
          <a:off x="0" y="0"/>
          <a:ext cx="0" cy="0"/>
          <a:chOff x="0" y="0"/>
          <a:chExt cx="0" cy="0"/>
        </a:xfrm>
      </p:grpSpPr>
      <p:sp>
        <p:nvSpPr>
          <p:cNvPr id="17409" name="Rectangle 1">
            <a:extLst>
              <a:ext uri="{FF2B5EF4-FFF2-40B4-BE49-F238E27FC236}">
                <a16:creationId xmlns:a16="http://schemas.microsoft.com/office/drawing/2014/main" id="{DCB08FBF-7712-FC77-7922-1C9FF4E454F8}"/>
              </a:ext>
            </a:extLst>
          </p:cNvPr>
          <p:cNvSpPr>
            <a:spLocks noChangeArrowheads="1"/>
          </p:cNvSpPr>
          <p:nvPr/>
        </p:nvSpPr>
        <p:spPr bwMode="auto">
          <a:xfrm>
            <a:off x="1905001" y="4038600"/>
            <a:ext cx="813276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410" name="Text Box 2">
            <a:extLst>
              <a:ext uri="{FF2B5EF4-FFF2-40B4-BE49-F238E27FC236}">
                <a16:creationId xmlns:a16="http://schemas.microsoft.com/office/drawing/2014/main" id="{99AE75DE-1250-3F27-2650-8197D654EE27}"/>
              </a:ext>
            </a:extLst>
          </p:cNvPr>
          <p:cNvSpPr txBox="1">
            <a:spLocks noChangeArrowheads="1"/>
          </p:cNvSpPr>
          <p:nvPr/>
        </p:nvSpPr>
        <p:spPr bwMode="auto">
          <a:xfrm>
            <a:off x="1803400" y="3849688"/>
            <a:ext cx="7772400" cy="671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9pPr>
          </a:lstStyle>
          <a:p>
            <a:pPr>
              <a:buClrTx/>
              <a:buFontTx/>
              <a:buNone/>
            </a:pPr>
            <a:r>
              <a:rPr lang="en-US" altLang="en-US" sz="3800">
                <a:solidFill>
                  <a:srgbClr val="FFFFFF"/>
                </a:solidFill>
                <a:latin typeface="Myriad Pro" charset="0"/>
              </a:rPr>
              <a:t> </a:t>
            </a:r>
          </a:p>
        </p:txBody>
      </p:sp>
      <p:sp>
        <p:nvSpPr>
          <p:cNvPr id="17411" name="Text Box 3">
            <a:extLst>
              <a:ext uri="{FF2B5EF4-FFF2-40B4-BE49-F238E27FC236}">
                <a16:creationId xmlns:a16="http://schemas.microsoft.com/office/drawing/2014/main" id="{E2CEA908-E2D7-8513-FF11-8F6F7AECEEC0}"/>
              </a:ext>
            </a:extLst>
          </p:cNvPr>
          <p:cNvSpPr txBox="1">
            <a:spLocks noChangeArrowheads="1"/>
          </p:cNvSpPr>
          <p:nvPr/>
        </p:nvSpPr>
        <p:spPr bwMode="auto">
          <a:xfrm>
            <a:off x="1866900" y="274638"/>
            <a:ext cx="8434388" cy="5199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28613">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1pPr>
            <a:lvl2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2pPr>
            <a:lvl3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3pPr>
            <a:lvl4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4pPr>
            <a:lvl5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9pPr>
          </a:lstStyle>
          <a:p>
            <a:pPr indent="-328295" algn="ctr">
              <a:spcBef>
                <a:spcPts val="400"/>
              </a:spcBef>
            </a:pPr>
            <a:r>
              <a:rPr lang="en-US" altLang="en-US" sz="3200" b="1">
                <a:solidFill>
                  <a:srgbClr val="FFFFFF"/>
                </a:solidFill>
                <a:latin typeface="Arial"/>
                <a:cs typeface="Arial"/>
              </a:rPr>
              <a:t>OPERATORS IN SQL</a:t>
            </a:r>
            <a:endParaRPr lang="en-US"/>
          </a:p>
        </p:txBody>
      </p:sp>
    </p:spTree>
    <p:extLst>
      <p:ext uri="{BB962C8B-B14F-4D97-AF65-F5344CB8AC3E}">
        <p14:creationId xmlns:p14="http://schemas.microsoft.com/office/powerpoint/2010/main" val="1368535969"/>
      </p:ext>
    </p:extLst>
  </p:cSld>
  <p:clrMapOvr>
    <a:masterClrMapping/>
  </p:clrMapOvr>
  <p:transition>
    <p:wheel spokes="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3" name="Rectangle 1">
            <a:extLst>
              <a:ext uri="{FF2B5EF4-FFF2-40B4-BE49-F238E27FC236}">
                <a16:creationId xmlns:a16="http://schemas.microsoft.com/office/drawing/2014/main" id="{74D3E3D6-2D6D-AAFA-5BCC-88C415FF3B0F}"/>
              </a:ext>
            </a:extLst>
          </p:cNvPr>
          <p:cNvSpPr>
            <a:spLocks noGrp="1" noChangeArrowheads="1"/>
          </p:cNvSpPr>
          <p:nvPr>
            <p:ph type="title" idx="4294967295"/>
          </p:nvPr>
        </p:nvSpPr>
        <p:spPr>
          <a:xfrm>
            <a:off x="1012537" y="436274"/>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Comparison Operators</a:t>
            </a:r>
          </a:p>
        </p:txBody>
      </p:sp>
      <p:sp>
        <p:nvSpPr>
          <p:cNvPr id="18434" name="Rectangle 2">
            <a:extLst>
              <a:ext uri="{FF2B5EF4-FFF2-40B4-BE49-F238E27FC236}">
                <a16:creationId xmlns:a16="http://schemas.microsoft.com/office/drawing/2014/main" id="{56B50CD4-8814-B01E-DA55-C8A13461AFBD}"/>
              </a:ext>
            </a:extLst>
          </p:cNvPr>
          <p:cNvSpPr>
            <a:spLocks noGrp="1" noChangeArrowheads="1"/>
          </p:cNvSpPr>
          <p:nvPr>
            <p:ph type="body" idx="4294967295"/>
          </p:nvPr>
        </p:nvSpPr>
        <p:spPr>
          <a:xfrm>
            <a:off x="1012537" y="1013403"/>
            <a:ext cx="9976715" cy="2192770"/>
          </a:xfrm>
          <a:ln/>
        </p:spPr>
        <p:txBody>
          <a:bodyPr/>
          <a:lstStyle/>
          <a:p>
            <a:pPr marL="466725" indent="-45720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 (Equal)</a:t>
            </a:r>
            <a:endParaRPr lang="en-US"/>
          </a:p>
          <a:p>
            <a:pPr marL="466725" indent="-45720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&lt;&gt; or != (Not Equal)</a:t>
            </a:r>
            <a:endParaRPr lang="en-US"/>
          </a:p>
          <a:p>
            <a:pPr marL="466725" indent="-45720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&lt; (Less than)</a:t>
            </a:r>
            <a:endParaRPr lang="en-US"/>
          </a:p>
          <a:p>
            <a:pPr marL="466725" indent="-45720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&gt; (Greater than)</a:t>
            </a:r>
            <a:endParaRPr lang="en-US"/>
          </a:p>
          <a:p>
            <a:pPr marL="466725" indent="-45720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&gt;= (Greater than or equal to )</a:t>
            </a:r>
            <a:endParaRPr lang="en-US"/>
          </a:p>
          <a:p>
            <a:pPr marL="466725" indent="-45720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&lt;= (Lesser than or equal to) </a:t>
            </a:r>
            <a:endParaRPr lang="en-US"/>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p:txBody>
      </p:sp>
      <p:sp>
        <p:nvSpPr>
          <p:cNvPr id="3" name="Rectangle 1">
            <a:extLst>
              <a:ext uri="{FF2B5EF4-FFF2-40B4-BE49-F238E27FC236}">
                <a16:creationId xmlns:a16="http://schemas.microsoft.com/office/drawing/2014/main" id="{B666586D-BEB6-3CE3-242A-BB18F04758F9}"/>
              </a:ext>
            </a:extLst>
          </p:cNvPr>
          <p:cNvSpPr txBox="1">
            <a:spLocks noChangeArrowheads="1"/>
          </p:cNvSpPr>
          <p:nvPr/>
        </p:nvSpPr>
        <p:spPr bwMode="auto">
          <a:xfrm>
            <a:off x="1014846" y="3082492"/>
            <a:ext cx="8429625"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l" defTabSz="457200" rtl="0" eaLnBrk="0" fontAlgn="base" hangingPunct="0">
              <a:spcBef>
                <a:spcPct val="0"/>
              </a:spcBef>
              <a:spcAft>
                <a:spcPct val="0"/>
              </a:spcAft>
              <a:buClr>
                <a:srgbClr val="000000"/>
              </a:buClr>
              <a:buSzPct val="100000"/>
              <a:buFont typeface="Times New Roman" panose="02020603050405020304" pitchFamily="18" charset="0"/>
              <a:defRPr sz="2800" kern="1200">
                <a:solidFill>
                  <a:srgbClr val="4E84C4"/>
                </a:solidFill>
                <a:latin typeface="+mj-lt"/>
                <a:ea typeface="+mj-ea"/>
                <a:cs typeface="+mj-cs"/>
              </a:defRPr>
            </a:lvl1pPr>
            <a:lvl2pPr marL="742950" indent="-28575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2pPr>
            <a:lvl3pPr marL="1143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3pPr>
            <a:lvl4pPr marL="1600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4pPr>
            <a:lvl5pPr marL="20574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5pPr>
            <a:lvl6pPr marL="25146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6pPr>
            <a:lvl7pPr marL="29718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7pPr>
            <a:lvl8pPr marL="3429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8pPr>
            <a:lvl9pPr marL="3886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9p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Arithmetic Operators</a:t>
            </a:r>
          </a:p>
        </p:txBody>
      </p:sp>
      <p:sp>
        <p:nvSpPr>
          <p:cNvPr id="5" name="Rectangle 2">
            <a:extLst>
              <a:ext uri="{FF2B5EF4-FFF2-40B4-BE49-F238E27FC236}">
                <a16:creationId xmlns:a16="http://schemas.microsoft.com/office/drawing/2014/main" id="{C2C41652-6F88-592C-001F-79F60C4294B7}"/>
              </a:ext>
            </a:extLst>
          </p:cNvPr>
          <p:cNvSpPr txBox="1">
            <a:spLocks noChangeArrowheads="1"/>
          </p:cNvSpPr>
          <p:nvPr/>
        </p:nvSpPr>
        <p:spPr bwMode="auto">
          <a:xfrm>
            <a:off x="1021163" y="3667463"/>
            <a:ext cx="9965170" cy="18117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marL="342900" indent="-3429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1pPr>
            <a:lvl2pPr marL="742950" indent="-28575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2pPr>
            <a:lvl3pPr marL="11430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3pPr>
            <a:lvl4pPr marL="16002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4pPr>
            <a:lvl5pPr marL="20574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6725" indent="-45720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 (Addition)</a:t>
            </a:r>
            <a:endParaRPr lang="en-US"/>
          </a:p>
          <a:p>
            <a:pPr marL="466725" indent="-45720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 (Subtraction)</a:t>
            </a:r>
            <a:endParaRPr lang="en-US"/>
          </a:p>
          <a:p>
            <a:pPr marL="466725" indent="-45720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 (Multiplication)</a:t>
            </a:r>
            <a:endParaRPr lang="en-US"/>
          </a:p>
          <a:p>
            <a:pPr marL="466725" indent="-45720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 (Division)</a:t>
            </a:r>
            <a:endParaRPr lang="en-US"/>
          </a:p>
          <a:p>
            <a:pPr marL="466725" indent="-45720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t>%</a:t>
            </a:r>
            <a:r>
              <a:rPr lang="en-US" altLang="en-US" sz="2000"/>
              <a:t> (Modulo Division)</a:t>
            </a:r>
            <a:endParaRPr lang="en-US"/>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p:txBody>
      </p:sp>
    </p:spTree>
    <p:extLst>
      <p:ext uri="{BB962C8B-B14F-4D97-AF65-F5344CB8AC3E}">
        <p14:creationId xmlns:p14="http://schemas.microsoft.com/office/powerpoint/2010/main" val="1035859525"/>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7" name="Rectangle 1">
            <a:extLst>
              <a:ext uri="{FF2B5EF4-FFF2-40B4-BE49-F238E27FC236}">
                <a16:creationId xmlns:a16="http://schemas.microsoft.com/office/drawing/2014/main" id="{630BF295-7BEC-D2C6-CD7A-1F383E7833EC}"/>
              </a:ext>
            </a:extLst>
          </p:cNvPr>
          <p:cNvSpPr>
            <a:spLocks noGrp="1" noChangeArrowheads="1"/>
          </p:cNvSpPr>
          <p:nvPr>
            <p:ph type="title" idx="4294967295"/>
          </p:nvPr>
        </p:nvSpPr>
        <p:spPr>
          <a:xfrm>
            <a:off x="1047174" y="701820"/>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AND</a:t>
            </a:r>
          </a:p>
        </p:txBody>
      </p:sp>
      <p:sp>
        <p:nvSpPr>
          <p:cNvPr id="19458" name="Rectangle 2">
            <a:extLst>
              <a:ext uri="{FF2B5EF4-FFF2-40B4-BE49-F238E27FC236}">
                <a16:creationId xmlns:a16="http://schemas.microsoft.com/office/drawing/2014/main" id="{177CD2A1-8308-0316-F3F3-8555FCB0C100}"/>
              </a:ext>
            </a:extLst>
          </p:cNvPr>
          <p:cNvSpPr>
            <a:spLocks noGrp="1" noChangeArrowheads="1"/>
          </p:cNvSpPr>
          <p:nvPr>
            <p:ph type="body" idx="4294967295"/>
          </p:nvPr>
        </p:nvSpPr>
        <p:spPr>
          <a:xfrm>
            <a:off x="1047174" y="1151949"/>
            <a:ext cx="10103715" cy="2169536"/>
          </a:xfrm>
          <a:ln/>
        </p:spPr>
        <p:txBody>
          <a:bodyPr/>
          <a:lstStyle/>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marL="352425" algn="just">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The AND operator displays a record if both the first condition </a:t>
            </a:r>
            <a:r>
              <a:rPr lang="en-US" altLang="en-US" sz="2000" b="1"/>
              <a:t>AND </a:t>
            </a:r>
            <a:r>
              <a:rPr lang="en-US" altLang="en-US" sz="2000"/>
              <a:t>the second condition are true.</a:t>
            </a:r>
          </a:p>
          <a:p>
            <a:pPr marL="352425" algn="just">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marL="0"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a:t>SELECT * FROM </a:t>
            </a:r>
            <a:r>
              <a:rPr lang="en-US" sz="2000" b="1" noProof="1"/>
              <a:t>table_name</a:t>
            </a:r>
            <a:endParaRPr lang="en-US" sz="2000" noProof="1"/>
          </a:p>
          <a:p>
            <a:pPr marL="0"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a:t>WHERE condition AND condition;</a:t>
            </a:r>
            <a:endParaRPr lang="en-US" altLang="en-US" sz="2000" b="1"/>
          </a:p>
        </p:txBody>
      </p:sp>
      <p:sp>
        <p:nvSpPr>
          <p:cNvPr id="4" name="Rectangle 1">
            <a:extLst>
              <a:ext uri="{FF2B5EF4-FFF2-40B4-BE49-F238E27FC236}">
                <a16:creationId xmlns:a16="http://schemas.microsoft.com/office/drawing/2014/main" id="{D650C0F9-3ECE-D01E-C60F-FC80A6C3C275}"/>
              </a:ext>
            </a:extLst>
          </p:cNvPr>
          <p:cNvSpPr txBox="1">
            <a:spLocks noChangeArrowheads="1"/>
          </p:cNvSpPr>
          <p:nvPr/>
        </p:nvSpPr>
        <p:spPr bwMode="auto">
          <a:xfrm>
            <a:off x="1050005" y="3554200"/>
            <a:ext cx="8429625"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l" defTabSz="457200" rtl="0" eaLnBrk="0" fontAlgn="base" hangingPunct="0">
              <a:spcBef>
                <a:spcPct val="0"/>
              </a:spcBef>
              <a:spcAft>
                <a:spcPct val="0"/>
              </a:spcAft>
              <a:buClr>
                <a:srgbClr val="000000"/>
              </a:buClr>
              <a:buSzPct val="100000"/>
              <a:buFont typeface="Times New Roman" panose="02020603050405020304" pitchFamily="18" charset="0"/>
              <a:defRPr sz="2800" kern="1200">
                <a:solidFill>
                  <a:srgbClr val="4E84C4"/>
                </a:solidFill>
                <a:latin typeface="+mj-lt"/>
                <a:ea typeface="+mj-ea"/>
                <a:cs typeface="+mj-cs"/>
              </a:defRPr>
            </a:lvl1pPr>
            <a:lvl2pPr marL="742950" indent="-28575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2pPr>
            <a:lvl3pPr marL="1143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3pPr>
            <a:lvl4pPr marL="1600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4pPr>
            <a:lvl5pPr marL="20574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5pPr>
            <a:lvl6pPr marL="25146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6pPr>
            <a:lvl7pPr marL="29718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7pPr>
            <a:lvl8pPr marL="3429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8pPr>
            <a:lvl9pPr marL="3886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9p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OR</a:t>
            </a:r>
          </a:p>
        </p:txBody>
      </p:sp>
      <p:sp>
        <p:nvSpPr>
          <p:cNvPr id="6" name="Rectangle 2">
            <a:extLst>
              <a:ext uri="{FF2B5EF4-FFF2-40B4-BE49-F238E27FC236}">
                <a16:creationId xmlns:a16="http://schemas.microsoft.com/office/drawing/2014/main" id="{C5F122D4-0C79-9EDB-0A2E-57C7AC943D8F}"/>
              </a:ext>
            </a:extLst>
          </p:cNvPr>
          <p:cNvSpPr txBox="1">
            <a:spLocks noChangeArrowheads="1"/>
          </p:cNvSpPr>
          <p:nvPr/>
        </p:nvSpPr>
        <p:spPr bwMode="auto">
          <a:xfrm>
            <a:off x="1047174" y="3996051"/>
            <a:ext cx="10103715" cy="21695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marL="342900" indent="-3429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1pPr>
            <a:lvl2pPr marL="742950" indent="-28575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2pPr>
            <a:lvl3pPr marL="11430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3pPr>
            <a:lvl4pPr marL="16002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4pPr>
            <a:lvl5pPr marL="20574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marL="352425" algn="just">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The OR operator displays a record if  first condition </a:t>
            </a:r>
            <a:r>
              <a:rPr lang="en-US" altLang="en-US" sz="2000" b="1"/>
              <a:t>OR </a:t>
            </a:r>
            <a:r>
              <a:rPr lang="en-US" altLang="en-US" sz="2000"/>
              <a:t>the second condition are true.</a:t>
            </a:r>
          </a:p>
          <a:p>
            <a:pPr marL="352425" algn="just">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marL="0"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a:t>SELECT * FROM </a:t>
            </a:r>
            <a:r>
              <a:rPr lang="en-US" sz="2000" b="1" noProof="1"/>
              <a:t>table_name</a:t>
            </a:r>
            <a:endParaRPr lang="en-US" sz="2000" noProof="1"/>
          </a:p>
          <a:p>
            <a:pPr marL="0"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a:t>WHERE condition OR condition;</a:t>
            </a:r>
            <a:endParaRPr lang="en-US" altLang="en-US" sz="2000" b="1"/>
          </a:p>
        </p:txBody>
      </p:sp>
      <p:sp>
        <p:nvSpPr>
          <p:cNvPr id="5" name="Rectangle 1">
            <a:extLst>
              <a:ext uri="{FF2B5EF4-FFF2-40B4-BE49-F238E27FC236}">
                <a16:creationId xmlns:a16="http://schemas.microsoft.com/office/drawing/2014/main" id="{DD21E277-EEAE-4CCB-A7D7-35D01EDC9291}"/>
              </a:ext>
            </a:extLst>
          </p:cNvPr>
          <p:cNvSpPr txBox="1">
            <a:spLocks noChangeArrowheads="1"/>
          </p:cNvSpPr>
          <p:nvPr/>
        </p:nvSpPr>
        <p:spPr bwMode="auto">
          <a:xfrm>
            <a:off x="1049483" y="126856"/>
            <a:ext cx="8429625"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l" defTabSz="457200" rtl="0" eaLnBrk="0" fontAlgn="base" hangingPunct="0">
              <a:spcBef>
                <a:spcPct val="0"/>
              </a:spcBef>
              <a:spcAft>
                <a:spcPct val="0"/>
              </a:spcAft>
              <a:buClr>
                <a:srgbClr val="000000"/>
              </a:buClr>
              <a:buSzPct val="100000"/>
              <a:buFont typeface="Times New Roman" panose="02020603050405020304" pitchFamily="18" charset="0"/>
              <a:defRPr sz="2800" kern="1200">
                <a:solidFill>
                  <a:srgbClr val="4E84C4"/>
                </a:solidFill>
                <a:latin typeface="+mj-lt"/>
                <a:ea typeface="+mj-ea"/>
                <a:cs typeface="+mj-cs"/>
              </a:defRPr>
            </a:lvl1pPr>
            <a:lvl2pPr marL="742950" indent="-28575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2pPr>
            <a:lvl3pPr marL="1143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3pPr>
            <a:lvl4pPr marL="1600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4pPr>
            <a:lvl5pPr marL="20574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5pPr>
            <a:lvl6pPr marL="25146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6pPr>
            <a:lvl7pPr marL="29718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7pPr>
            <a:lvl8pPr marL="3429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8pPr>
            <a:lvl9pPr marL="3886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9p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Logical Operators</a:t>
            </a:r>
          </a:p>
        </p:txBody>
      </p:sp>
    </p:spTree>
    <p:extLst>
      <p:ext uri="{BB962C8B-B14F-4D97-AF65-F5344CB8AC3E}">
        <p14:creationId xmlns:p14="http://schemas.microsoft.com/office/powerpoint/2010/main" val="3490769932"/>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D650C0F9-3ECE-D01E-C60F-FC80A6C3C275}"/>
              </a:ext>
            </a:extLst>
          </p:cNvPr>
          <p:cNvSpPr txBox="1">
            <a:spLocks noChangeArrowheads="1"/>
          </p:cNvSpPr>
          <p:nvPr/>
        </p:nvSpPr>
        <p:spPr bwMode="auto">
          <a:xfrm>
            <a:off x="1050005" y="1222018"/>
            <a:ext cx="8429625"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l" defTabSz="457200" rtl="0" eaLnBrk="0" fontAlgn="base" hangingPunct="0">
              <a:spcBef>
                <a:spcPct val="0"/>
              </a:spcBef>
              <a:spcAft>
                <a:spcPct val="0"/>
              </a:spcAft>
              <a:buClr>
                <a:srgbClr val="000000"/>
              </a:buClr>
              <a:buSzPct val="100000"/>
              <a:buFont typeface="Times New Roman" panose="02020603050405020304" pitchFamily="18" charset="0"/>
              <a:defRPr sz="2800" kern="1200">
                <a:solidFill>
                  <a:srgbClr val="4E84C4"/>
                </a:solidFill>
                <a:latin typeface="+mj-lt"/>
                <a:ea typeface="+mj-ea"/>
                <a:cs typeface="+mj-cs"/>
              </a:defRPr>
            </a:lvl1pPr>
            <a:lvl2pPr marL="742950" indent="-28575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2pPr>
            <a:lvl3pPr marL="1143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3pPr>
            <a:lvl4pPr marL="1600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4pPr>
            <a:lvl5pPr marL="20574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5pPr>
            <a:lvl6pPr marL="25146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6pPr>
            <a:lvl7pPr marL="29718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7pPr>
            <a:lvl8pPr marL="3429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8pPr>
            <a:lvl9pPr marL="3886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9p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NOT</a:t>
            </a:r>
            <a:endParaRPr lang="en-US"/>
          </a:p>
        </p:txBody>
      </p:sp>
      <p:sp>
        <p:nvSpPr>
          <p:cNvPr id="6" name="Rectangle 2">
            <a:extLst>
              <a:ext uri="{FF2B5EF4-FFF2-40B4-BE49-F238E27FC236}">
                <a16:creationId xmlns:a16="http://schemas.microsoft.com/office/drawing/2014/main" id="{C5F122D4-0C79-9EDB-0A2E-57C7AC943D8F}"/>
              </a:ext>
            </a:extLst>
          </p:cNvPr>
          <p:cNvSpPr txBox="1">
            <a:spLocks noChangeArrowheads="1"/>
          </p:cNvSpPr>
          <p:nvPr/>
        </p:nvSpPr>
        <p:spPr bwMode="auto">
          <a:xfrm>
            <a:off x="1047174" y="1802415"/>
            <a:ext cx="10103715" cy="30700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marL="342900" indent="-3429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1pPr>
            <a:lvl2pPr marL="742950" indent="-28575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2pPr>
            <a:lvl3pPr marL="11430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3pPr>
            <a:lvl4pPr marL="16002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4pPr>
            <a:lvl5pPr marL="20574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marL="352425" algn="just">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The </a:t>
            </a:r>
            <a:r>
              <a:rPr lang="en-US" altLang="en-US" sz="2000" b="1"/>
              <a:t>NOT </a:t>
            </a:r>
            <a:r>
              <a:rPr lang="en-US" altLang="en-US" sz="2000"/>
              <a:t>operator displays a record if the condition is NOT TRUE.</a:t>
            </a:r>
          </a:p>
          <a:p>
            <a:pPr marL="352425" algn="just">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marL="9525" indent="0" algn="just">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SYNTAX</a:t>
            </a:r>
            <a:endParaRPr lang="en-US" altLang="en-US" sz="2000"/>
          </a:p>
          <a:p>
            <a:pPr marL="352425" algn="just">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marL="0"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noProof="1"/>
              <a:t>SELECT column1, column2... </a:t>
            </a:r>
          </a:p>
          <a:p>
            <a:pPr marL="0"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noProof="1"/>
              <a:t>FROM table_name</a:t>
            </a:r>
            <a:endParaRPr lang="en-US" sz="2000" noProof="1"/>
          </a:p>
          <a:p>
            <a:pPr marL="0"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noProof="1"/>
              <a:t>WHERE NOT condition;</a:t>
            </a:r>
            <a:endParaRPr lang="en-US" altLang="en-US" sz="2000" b="1"/>
          </a:p>
        </p:txBody>
      </p:sp>
      <p:sp>
        <p:nvSpPr>
          <p:cNvPr id="7" name="Rectangle 1">
            <a:extLst>
              <a:ext uri="{FF2B5EF4-FFF2-40B4-BE49-F238E27FC236}">
                <a16:creationId xmlns:a16="http://schemas.microsoft.com/office/drawing/2014/main" id="{715A8B58-A42E-E33F-D6C7-F783002E9CBB}"/>
              </a:ext>
            </a:extLst>
          </p:cNvPr>
          <p:cNvSpPr txBox="1">
            <a:spLocks noChangeArrowheads="1"/>
          </p:cNvSpPr>
          <p:nvPr/>
        </p:nvSpPr>
        <p:spPr bwMode="auto">
          <a:xfrm>
            <a:off x="1049483" y="126856"/>
            <a:ext cx="8429625" cy="11021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l" defTabSz="457200" rtl="0" eaLnBrk="0" fontAlgn="base" hangingPunct="0">
              <a:spcBef>
                <a:spcPct val="0"/>
              </a:spcBef>
              <a:spcAft>
                <a:spcPct val="0"/>
              </a:spcAft>
              <a:buClr>
                <a:srgbClr val="000000"/>
              </a:buClr>
              <a:buSzPct val="100000"/>
              <a:buFont typeface="Times New Roman" panose="02020603050405020304" pitchFamily="18" charset="0"/>
              <a:defRPr sz="2800" kern="1200">
                <a:solidFill>
                  <a:srgbClr val="4E84C4"/>
                </a:solidFill>
                <a:latin typeface="+mj-lt"/>
                <a:ea typeface="+mj-ea"/>
                <a:cs typeface="+mj-cs"/>
              </a:defRPr>
            </a:lvl1pPr>
            <a:lvl2pPr marL="742950" indent="-28575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2pPr>
            <a:lvl3pPr marL="1143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3pPr>
            <a:lvl4pPr marL="1600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4pPr>
            <a:lvl5pPr marL="20574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5pPr>
            <a:lvl6pPr marL="25146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6pPr>
            <a:lvl7pPr marL="29718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7pPr>
            <a:lvl8pPr marL="3429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8pPr>
            <a:lvl9pPr marL="3886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9p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Logical Operators</a:t>
            </a:r>
          </a:p>
        </p:txBody>
      </p:sp>
    </p:spTree>
    <p:extLst>
      <p:ext uri="{BB962C8B-B14F-4D97-AF65-F5344CB8AC3E}">
        <p14:creationId xmlns:p14="http://schemas.microsoft.com/office/powerpoint/2010/main" val="920663871"/>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3" name="Rectangle 1">
            <a:extLst>
              <a:ext uri="{FF2B5EF4-FFF2-40B4-BE49-F238E27FC236}">
                <a16:creationId xmlns:a16="http://schemas.microsoft.com/office/drawing/2014/main" id="{74D3E3D6-2D6D-AAFA-5BCC-88C415FF3B0F}"/>
              </a:ext>
            </a:extLst>
          </p:cNvPr>
          <p:cNvSpPr>
            <a:spLocks noGrp="1" noChangeArrowheads="1"/>
          </p:cNvSpPr>
          <p:nvPr>
            <p:ph type="title" idx="4294967295"/>
          </p:nvPr>
        </p:nvSpPr>
        <p:spPr>
          <a:xfrm>
            <a:off x="1012537" y="436274"/>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Aggregate Operators</a:t>
            </a:r>
          </a:p>
        </p:txBody>
      </p:sp>
      <p:sp>
        <p:nvSpPr>
          <p:cNvPr id="18434" name="Rectangle 2">
            <a:extLst>
              <a:ext uri="{FF2B5EF4-FFF2-40B4-BE49-F238E27FC236}">
                <a16:creationId xmlns:a16="http://schemas.microsoft.com/office/drawing/2014/main" id="{56B50CD4-8814-B01E-DA55-C8A13461AFBD}"/>
              </a:ext>
            </a:extLst>
          </p:cNvPr>
          <p:cNvSpPr>
            <a:spLocks noGrp="1" noChangeArrowheads="1"/>
          </p:cNvSpPr>
          <p:nvPr>
            <p:ph type="body" idx="4294967295"/>
          </p:nvPr>
        </p:nvSpPr>
        <p:spPr>
          <a:xfrm>
            <a:off x="1012537" y="1013403"/>
            <a:ext cx="9976715" cy="2192770"/>
          </a:xfrm>
          <a:ln/>
        </p:spPr>
        <p:txBody>
          <a:bodyPr/>
          <a:lstStyle/>
          <a:p>
            <a:pPr marL="466725" indent="-45720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a:t>SUM () = Calculates the sum of set of values.</a:t>
            </a:r>
            <a:endParaRPr lang="en-US"/>
          </a:p>
          <a:p>
            <a:pPr marL="466725" indent="-45720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a:t>AVG ()  = Calculates the average of a set of values.</a:t>
            </a:r>
          </a:p>
          <a:p>
            <a:pPr marL="466725" indent="-45720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a:t>COUNT () = Counts the number of rows or non-null values.</a:t>
            </a:r>
          </a:p>
          <a:p>
            <a:pPr marL="466725" indent="-45720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a:t>MIN () = Finds the minimum value in a set of values.</a:t>
            </a:r>
          </a:p>
          <a:p>
            <a:pPr marL="466725" indent="-45720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a:t>MAX () = Finds the maximum value in a set of values</a:t>
            </a:r>
          </a:p>
          <a:p>
            <a:pPr marL="466725" indent="-45720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2000"/>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p:txBody>
      </p:sp>
      <p:sp>
        <p:nvSpPr>
          <p:cNvPr id="3" name="Rectangle 1">
            <a:extLst>
              <a:ext uri="{FF2B5EF4-FFF2-40B4-BE49-F238E27FC236}">
                <a16:creationId xmlns:a16="http://schemas.microsoft.com/office/drawing/2014/main" id="{B666586D-BEB6-3CE3-242A-BB18F04758F9}"/>
              </a:ext>
            </a:extLst>
          </p:cNvPr>
          <p:cNvSpPr txBox="1">
            <a:spLocks noChangeArrowheads="1"/>
          </p:cNvSpPr>
          <p:nvPr/>
        </p:nvSpPr>
        <p:spPr bwMode="auto">
          <a:xfrm>
            <a:off x="1014846" y="3082492"/>
            <a:ext cx="8429625"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l" defTabSz="457200" rtl="0" eaLnBrk="0" fontAlgn="base" hangingPunct="0">
              <a:spcBef>
                <a:spcPct val="0"/>
              </a:spcBef>
              <a:spcAft>
                <a:spcPct val="0"/>
              </a:spcAft>
              <a:buClr>
                <a:srgbClr val="000000"/>
              </a:buClr>
              <a:buSzPct val="100000"/>
              <a:buFont typeface="Times New Roman" panose="02020603050405020304" pitchFamily="18" charset="0"/>
              <a:defRPr sz="2800" kern="1200">
                <a:solidFill>
                  <a:srgbClr val="4E84C4"/>
                </a:solidFill>
                <a:latin typeface="+mj-lt"/>
                <a:ea typeface="+mj-ea"/>
                <a:cs typeface="+mj-cs"/>
              </a:defRPr>
            </a:lvl1pPr>
            <a:lvl2pPr marL="742950" indent="-28575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2pPr>
            <a:lvl3pPr marL="1143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3pPr>
            <a:lvl4pPr marL="1600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4pPr>
            <a:lvl5pPr marL="20574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5pPr>
            <a:lvl6pPr marL="25146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6pPr>
            <a:lvl7pPr marL="29718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7pPr>
            <a:lvl8pPr marL="3429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8pPr>
            <a:lvl9pPr marL="3886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9p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Assignment Operators</a:t>
            </a:r>
          </a:p>
        </p:txBody>
      </p:sp>
      <p:sp>
        <p:nvSpPr>
          <p:cNvPr id="5" name="Rectangle 2">
            <a:extLst>
              <a:ext uri="{FF2B5EF4-FFF2-40B4-BE49-F238E27FC236}">
                <a16:creationId xmlns:a16="http://schemas.microsoft.com/office/drawing/2014/main" id="{C2C41652-6F88-592C-001F-79F60C4294B7}"/>
              </a:ext>
            </a:extLst>
          </p:cNvPr>
          <p:cNvSpPr txBox="1">
            <a:spLocks noChangeArrowheads="1"/>
          </p:cNvSpPr>
          <p:nvPr/>
        </p:nvSpPr>
        <p:spPr bwMode="auto">
          <a:xfrm>
            <a:off x="1021163" y="3667463"/>
            <a:ext cx="9965170" cy="576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marL="342900" indent="-3429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1pPr>
            <a:lvl2pPr marL="742950" indent="-28575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2pPr>
            <a:lvl3pPr marL="11430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3pPr>
            <a:lvl4pPr marL="16002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4pPr>
            <a:lvl5pPr marL="20574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6725" indent="-45720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 : Assigns a value to a variable or column</a:t>
            </a:r>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p:txBody>
      </p:sp>
    </p:spTree>
    <p:extLst>
      <p:ext uri="{BB962C8B-B14F-4D97-AF65-F5344CB8AC3E}">
        <p14:creationId xmlns:p14="http://schemas.microsoft.com/office/powerpoint/2010/main" val="3486358383"/>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3" name="Rectangle 1">
            <a:extLst>
              <a:ext uri="{FF2B5EF4-FFF2-40B4-BE49-F238E27FC236}">
                <a16:creationId xmlns:a16="http://schemas.microsoft.com/office/drawing/2014/main" id="{74D3E3D6-2D6D-AAFA-5BCC-88C415FF3B0F}"/>
              </a:ext>
            </a:extLst>
          </p:cNvPr>
          <p:cNvSpPr>
            <a:spLocks noGrp="1" noChangeArrowheads="1"/>
          </p:cNvSpPr>
          <p:nvPr>
            <p:ph type="title" idx="4294967295"/>
          </p:nvPr>
        </p:nvSpPr>
        <p:spPr>
          <a:xfrm>
            <a:off x="1012537" y="436274"/>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Pattern Matching Operators</a:t>
            </a:r>
          </a:p>
        </p:txBody>
      </p:sp>
      <p:sp>
        <p:nvSpPr>
          <p:cNvPr id="2" name="Rectangle 1">
            <a:extLst>
              <a:ext uri="{FF2B5EF4-FFF2-40B4-BE49-F238E27FC236}">
                <a16:creationId xmlns:a16="http://schemas.microsoft.com/office/drawing/2014/main" id="{E321ED96-8735-BE8B-B1B3-801B33027176}"/>
              </a:ext>
            </a:extLst>
          </p:cNvPr>
          <p:cNvSpPr>
            <a:spLocks noGrp="1" noChangeArrowheads="1"/>
          </p:cNvSpPr>
          <p:nvPr/>
        </p:nvSpPr>
        <p:spPr bwMode="auto">
          <a:xfrm>
            <a:off x="1024083" y="1013547"/>
            <a:ext cx="8429625"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l" defTabSz="457200" rtl="0" eaLnBrk="0" fontAlgn="base" hangingPunct="0">
              <a:spcBef>
                <a:spcPct val="0"/>
              </a:spcBef>
              <a:spcAft>
                <a:spcPct val="0"/>
              </a:spcAft>
              <a:buClr>
                <a:srgbClr val="000000"/>
              </a:buClr>
              <a:buSzPct val="100000"/>
              <a:buFont typeface="Times New Roman" panose="02020603050405020304" pitchFamily="18" charset="0"/>
              <a:defRPr sz="2800" kern="1200">
                <a:solidFill>
                  <a:srgbClr val="4E84C4"/>
                </a:solidFill>
                <a:latin typeface="+mj-lt"/>
                <a:ea typeface="+mj-ea"/>
                <a:cs typeface="+mj-cs"/>
              </a:defRPr>
            </a:lvl1pPr>
            <a:lvl2pPr marL="742950" indent="-28575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2pPr>
            <a:lvl3pPr marL="1143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3pPr>
            <a:lvl4pPr marL="1600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4pPr>
            <a:lvl5pPr marL="20574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5pPr>
            <a:lvl6pPr marL="25146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6pPr>
            <a:lvl7pPr marL="29718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7pPr>
            <a:lvl8pPr marL="3429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8pPr>
            <a:lvl9pPr marL="3886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9p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LIKE Operator &amp; NOT LIKE Operator</a:t>
            </a:r>
          </a:p>
        </p:txBody>
      </p:sp>
      <p:sp>
        <p:nvSpPr>
          <p:cNvPr id="6" name="Rectangle 2">
            <a:extLst>
              <a:ext uri="{FF2B5EF4-FFF2-40B4-BE49-F238E27FC236}">
                <a16:creationId xmlns:a16="http://schemas.microsoft.com/office/drawing/2014/main" id="{2AE43E7D-3A4B-6CEE-D027-F01A79B688D1}"/>
              </a:ext>
            </a:extLst>
          </p:cNvPr>
          <p:cNvSpPr txBox="1">
            <a:spLocks noChangeArrowheads="1"/>
          </p:cNvSpPr>
          <p:nvPr/>
        </p:nvSpPr>
        <p:spPr bwMode="auto">
          <a:xfrm>
            <a:off x="1012539" y="1590676"/>
            <a:ext cx="10138351" cy="459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marL="342900" indent="-3429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1pPr>
            <a:lvl2pPr marL="742950" indent="-28575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2pPr>
            <a:lvl3pPr marL="11430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3pPr>
            <a:lvl4pPr marL="16002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4pPr>
            <a:lvl5pPr marL="20574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1800"/>
              <a:t>The </a:t>
            </a:r>
            <a:r>
              <a:rPr lang="en-US" altLang="en-US" sz="1800" b="1"/>
              <a:t>LIKE </a:t>
            </a:r>
            <a:r>
              <a:rPr lang="en-US" altLang="en-US" sz="1800"/>
              <a:t>Operator is used in a </a:t>
            </a:r>
            <a:r>
              <a:rPr lang="en-US" altLang="en-US" sz="1800" b="1"/>
              <a:t>WHERE</a:t>
            </a:r>
            <a:r>
              <a:rPr lang="en-US" altLang="en-US" sz="1800"/>
              <a:t> Clause to search for specified pattern in a column.</a:t>
            </a:r>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1800"/>
              <a:t>There are two wildcards often used in conjunction with the </a:t>
            </a:r>
            <a:r>
              <a:rPr lang="en-US" altLang="en-US" sz="1800" b="1"/>
              <a:t>LIKE </a:t>
            </a:r>
            <a:r>
              <a:rPr lang="en-US" altLang="en-US" sz="1800"/>
              <a:t>operator</a:t>
            </a:r>
          </a:p>
          <a:p>
            <a:pPr marL="352425">
              <a:buClrTx/>
              <a:buAutoNum type="arabicPeriod"/>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1800"/>
              <a:t>The Percent sign (%) represents Zero, one or multiple characters.</a:t>
            </a:r>
          </a:p>
          <a:p>
            <a:pPr marL="352425">
              <a:buClrTx/>
              <a:buAutoNum type="arabicPeriod"/>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1800"/>
              <a:t>The Underscore sign (_) represents One, single character.</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18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1800" b="1"/>
              <a:t>Syntax</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1800" b="1" i="1"/>
              <a:t> </a:t>
            </a:r>
            <a:r>
              <a:rPr lang="en-US" altLang="en-US" sz="1800" b="1" noProof="1"/>
              <a:t>SELECT column_name(s)</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1800" b="1" noProof="1"/>
              <a:t> FROM table_name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1800" b="1" noProof="1"/>
              <a:t> WHERE column_name LIKE pattern</a:t>
            </a:r>
            <a:r>
              <a:rPr lang="en-US" altLang="en-US" sz="1800" noProof="1"/>
              <a:t>;</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1800" b="1" i="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1800" b="1" i="1"/>
              <a:t>Z% = </a:t>
            </a:r>
            <a:r>
              <a:rPr lang="en-US" altLang="en-US" sz="1800" b="1"/>
              <a:t>Find any values that start with Z.</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1800" b="1"/>
              <a:t>%Z = Find any values that end with Z.</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1800" b="1"/>
              <a:t>%ka% = Find any values that have ka in any position.</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1800" b="1"/>
              <a:t>_r% = Find any values that have "r" in second position.</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1800" b="1"/>
              <a:t>Z_% = Find any values that start with "Z" and are at least 2 characters in length. </a:t>
            </a:r>
          </a:p>
        </p:txBody>
      </p:sp>
    </p:spTree>
    <p:extLst>
      <p:ext uri="{BB962C8B-B14F-4D97-AF65-F5344CB8AC3E}">
        <p14:creationId xmlns:p14="http://schemas.microsoft.com/office/powerpoint/2010/main" val="3583427039"/>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5" name="Rectangle 1">
            <a:extLst>
              <a:ext uri="{FF2B5EF4-FFF2-40B4-BE49-F238E27FC236}">
                <a16:creationId xmlns:a16="http://schemas.microsoft.com/office/drawing/2014/main" id="{892B7D37-A1A2-5AB7-EF2B-9F41DB71871C}"/>
              </a:ext>
            </a:extLst>
          </p:cNvPr>
          <p:cNvSpPr>
            <a:spLocks noGrp="1" noChangeArrowheads="1"/>
          </p:cNvSpPr>
          <p:nvPr>
            <p:ph type="title" idx="4294967295"/>
          </p:nvPr>
        </p:nvSpPr>
        <p:spPr>
          <a:xfrm>
            <a:off x="1878446" y="147783"/>
            <a:ext cx="8429625" cy="676275"/>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IN Operator &amp; NOT IN Operator</a:t>
            </a:r>
          </a:p>
        </p:txBody>
      </p:sp>
      <p:sp>
        <p:nvSpPr>
          <p:cNvPr id="26626" name="Rectangle 2">
            <a:extLst>
              <a:ext uri="{FF2B5EF4-FFF2-40B4-BE49-F238E27FC236}">
                <a16:creationId xmlns:a16="http://schemas.microsoft.com/office/drawing/2014/main" id="{67273562-AB81-95AF-D671-9B56BE2C04FA}"/>
              </a:ext>
            </a:extLst>
          </p:cNvPr>
          <p:cNvSpPr>
            <a:spLocks noGrp="1" noChangeArrowheads="1"/>
          </p:cNvSpPr>
          <p:nvPr>
            <p:ph type="body" idx="4294967295"/>
          </p:nvPr>
        </p:nvSpPr>
        <p:spPr>
          <a:xfrm>
            <a:off x="1878446" y="955676"/>
            <a:ext cx="9387898" cy="5337175"/>
          </a:xfrm>
          <a:ln/>
        </p:spPr>
        <p:txBody>
          <a:bodyPr/>
          <a:lstStyle/>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IN Operator</a:t>
            </a:r>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The </a:t>
            </a:r>
            <a:r>
              <a:rPr lang="en-US" altLang="en-US" sz="2000" b="1" noProof="1"/>
              <a:t>IN </a:t>
            </a:r>
            <a:r>
              <a:rPr lang="en-US" altLang="en-US" sz="2000" noProof="1"/>
              <a:t>operator allows you to specify multiple values in a </a:t>
            </a:r>
            <a:r>
              <a:rPr lang="en-US" altLang="en-US" sz="2000" b="1" noProof="1"/>
              <a:t>WHERE </a:t>
            </a:r>
            <a:r>
              <a:rPr lang="en-US" altLang="en-US" sz="2000" noProof="1"/>
              <a:t>clause.</a:t>
            </a:r>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The </a:t>
            </a:r>
            <a:r>
              <a:rPr lang="en-US" altLang="en-US" sz="2000" b="1" noProof="1"/>
              <a:t>IN </a:t>
            </a:r>
            <a:r>
              <a:rPr lang="en-US" altLang="en-US" sz="2000" noProof="1"/>
              <a:t>operator is a shorthand of multiple </a:t>
            </a:r>
            <a:r>
              <a:rPr lang="en-US" altLang="en-US" sz="2000" b="1" noProof="1"/>
              <a:t>OR </a:t>
            </a:r>
            <a:r>
              <a:rPr lang="en-US" altLang="en-US" sz="2000" noProof="1"/>
              <a:t>conditions.</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Syntax</a:t>
            </a:r>
            <a:endParaRPr lang="en-US"/>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 SELECT column_name(s)</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 FROM table_name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 WHERE column_name IN (value1,value2,...);</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indent="-333375">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800" noProof="1">
                <a:solidFill>
                  <a:srgbClr val="4E84C4"/>
                </a:solidFill>
                <a:ea typeface="+mn-lt"/>
                <a:cs typeface="+mn-lt"/>
              </a:rPr>
              <a:t>Sub Query</a:t>
            </a:r>
            <a:endParaRPr lang="en-US"/>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 SELECT * FROM Customers</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 WHERE City IN (SELECT statement);</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p:txBody>
      </p:sp>
    </p:spTree>
    <p:extLst>
      <p:ext uri="{BB962C8B-B14F-4D97-AF65-F5344CB8AC3E}">
        <p14:creationId xmlns:p14="http://schemas.microsoft.com/office/powerpoint/2010/main" val="3769352108"/>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5" name="Rectangle 1">
            <a:extLst>
              <a:ext uri="{FF2B5EF4-FFF2-40B4-BE49-F238E27FC236}">
                <a16:creationId xmlns:a16="http://schemas.microsoft.com/office/drawing/2014/main" id="{892B7D37-A1A2-5AB7-EF2B-9F41DB71871C}"/>
              </a:ext>
            </a:extLst>
          </p:cNvPr>
          <p:cNvSpPr>
            <a:spLocks noGrp="1" noChangeArrowheads="1"/>
          </p:cNvSpPr>
          <p:nvPr>
            <p:ph type="title" idx="4294967295"/>
          </p:nvPr>
        </p:nvSpPr>
        <p:spPr>
          <a:xfrm>
            <a:off x="1878446" y="147783"/>
            <a:ext cx="8429625" cy="676275"/>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BETWEEN Operator &amp; NOT BETWEEN Operator</a:t>
            </a:r>
          </a:p>
        </p:txBody>
      </p:sp>
      <p:sp>
        <p:nvSpPr>
          <p:cNvPr id="26626" name="Rectangle 2">
            <a:extLst>
              <a:ext uri="{FF2B5EF4-FFF2-40B4-BE49-F238E27FC236}">
                <a16:creationId xmlns:a16="http://schemas.microsoft.com/office/drawing/2014/main" id="{67273562-AB81-95AF-D671-9B56BE2C04FA}"/>
              </a:ext>
            </a:extLst>
          </p:cNvPr>
          <p:cNvSpPr>
            <a:spLocks noGrp="1" noChangeArrowheads="1"/>
          </p:cNvSpPr>
          <p:nvPr>
            <p:ph type="body" idx="4294967295"/>
          </p:nvPr>
        </p:nvSpPr>
        <p:spPr>
          <a:xfrm>
            <a:off x="1878446" y="955676"/>
            <a:ext cx="9387898" cy="5337175"/>
          </a:xfrm>
          <a:ln/>
        </p:spPr>
        <p:txBody>
          <a:bodyPr/>
          <a:lstStyle/>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BETWEEN Operator</a:t>
            </a:r>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The </a:t>
            </a:r>
            <a:r>
              <a:rPr lang="en-US" altLang="en-US" sz="2000" b="1" noProof="1"/>
              <a:t>BETWEEN </a:t>
            </a:r>
            <a:r>
              <a:rPr lang="en-US" altLang="en-US" sz="2000" noProof="1"/>
              <a:t>operator select values within a given range. The values can be numbers, text or dates.</a:t>
            </a:r>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The </a:t>
            </a:r>
            <a:r>
              <a:rPr lang="en-US" sz="2000" b="1" noProof="1"/>
              <a:t>BETWEEN </a:t>
            </a:r>
            <a:r>
              <a:rPr lang="en-US" altLang="en-US" sz="2000" noProof="1"/>
              <a:t>operator is inclusive: begin and end values are included.</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Syntax</a:t>
            </a:r>
            <a:endParaRPr lang="en-US"/>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 SELECT column_name(s)</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 FROM table_name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 WHERE column_name BETWEEN value1 AND value2;</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indent="-333375">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800" noProof="1">
                <a:solidFill>
                  <a:srgbClr val="4E84C4"/>
                </a:solidFill>
                <a:ea typeface="+mn-lt"/>
                <a:cs typeface="+mn-lt"/>
              </a:rPr>
              <a:t>Sub Query</a:t>
            </a:r>
            <a:endParaRPr lang="en-US"/>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 SELECT * FROM Customers</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 WHERE City IN (SELECT statement);</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p:txBody>
      </p:sp>
    </p:spTree>
    <p:extLst>
      <p:ext uri="{BB962C8B-B14F-4D97-AF65-F5344CB8AC3E}">
        <p14:creationId xmlns:p14="http://schemas.microsoft.com/office/powerpoint/2010/main" val="817531449"/>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4E84C4"/>
        </a:solidFill>
        <a:effectLst/>
      </p:bgPr>
    </p:bg>
    <p:spTree>
      <p:nvGrpSpPr>
        <p:cNvPr id="1" name=""/>
        <p:cNvGrpSpPr/>
        <p:nvPr/>
      </p:nvGrpSpPr>
      <p:grpSpPr>
        <a:xfrm>
          <a:off x="0" y="0"/>
          <a:ext cx="0" cy="0"/>
          <a:chOff x="0" y="0"/>
          <a:chExt cx="0" cy="0"/>
        </a:xfrm>
      </p:grpSpPr>
      <p:sp>
        <p:nvSpPr>
          <p:cNvPr id="17409" name="Rectangle 1">
            <a:extLst>
              <a:ext uri="{FF2B5EF4-FFF2-40B4-BE49-F238E27FC236}">
                <a16:creationId xmlns:a16="http://schemas.microsoft.com/office/drawing/2014/main" id="{DCB08FBF-7712-FC77-7922-1C9FF4E454F8}"/>
              </a:ext>
            </a:extLst>
          </p:cNvPr>
          <p:cNvSpPr>
            <a:spLocks noChangeArrowheads="1"/>
          </p:cNvSpPr>
          <p:nvPr/>
        </p:nvSpPr>
        <p:spPr bwMode="auto">
          <a:xfrm>
            <a:off x="1905001" y="4038600"/>
            <a:ext cx="813276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410" name="Text Box 2">
            <a:extLst>
              <a:ext uri="{FF2B5EF4-FFF2-40B4-BE49-F238E27FC236}">
                <a16:creationId xmlns:a16="http://schemas.microsoft.com/office/drawing/2014/main" id="{99AE75DE-1250-3F27-2650-8197D654EE27}"/>
              </a:ext>
            </a:extLst>
          </p:cNvPr>
          <p:cNvSpPr txBox="1">
            <a:spLocks noChangeArrowheads="1"/>
          </p:cNvSpPr>
          <p:nvPr/>
        </p:nvSpPr>
        <p:spPr bwMode="auto">
          <a:xfrm>
            <a:off x="1803400" y="3849688"/>
            <a:ext cx="7772400" cy="671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9pPr>
          </a:lstStyle>
          <a:p>
            <a:pPr>
              <a:buClrTx/>
              <a:buFontTx/>
              <a:buNone/>
            </a:pPr>
            <a:r>
              <a:rPr lang="en-US" altLang="en-US" sz="3800">
                <a:solidFill>
                  <a:srgbClr val="FFFFFF"/>
                </a:solidFill>
                <a:latin typeface="Myriad Pro" charset="0"/>
              </a:rPr>
              <a:t> </a:t>
            </a:r>
          </a:p>
        </p:txBody>
      </p:sp>
      <p:sp>
        <p:nvSpPr>
          <p:cNvPr id="17411" name="Text Box 3">
            <a:extLst>
              <a:ext uri="{FF2B5EF4-FFF2-40B4-BE49-F238E27FC236}">
                <a16:creationId xmlns:a16="http://schemas.microsoft.com/office/drawing/2014/main" id="{E2CEA908-E2D7-8513-FF11-8F6F7AECEEC0}"/>
              </a:ext>
            </a:extLst>
          </p:cNvPr>
          <p:cNvSpPr txBox="1">
            <a:spLocks noChangeArrowheads="1"/>
          </p:cNvSpPr>
          <p:nvPr/>
        </p:nvSpPr>
        <p:spPr bwMode="auto">
          <a:xfrm>
            <a:off x="1866900" y="274638"/>
            <a:ext cx="8434388" cy="5199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28613">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1pPr>
            <a:lvl2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2pPr>
            <a:lvl3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3pPr>
            <a:lvl4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4pPr>
            <a:lvl5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9pPr>
          </a:lstStyle>
          <a:p>
            <a:pPr indent="-328295" algn="ctr">
              <a:spcBef>
                <a:spcPts val="400"/>
              </a:spcBef>
            </a:pPr>
            <a:r>
              <a:rPr lang="en-US" altLang="en-US" sz="3200" b="1">
                <a:solidFill>
                  <a:srgbClr val="FFFFFF"/>
                </a:solidFill>
                <a:latin typeface="Arial"/>
                <a:cs typeface="Arial"/>
              </a:rPr>
              <a:t>CONSTRAINTS IN SQL</a:t>
            </a:r>
            <a:endParaRPr lang="en-US"/>
          </a:p>
        </p:txBody>
      </p:sp>
    </p:spTree>
    <p:extLst>
      <p:ext uri="{BB962C8B-B14F-4D97-AF65-F5344CB8AC3E}">
        <p14:creationId xmlns:p14="http://schemas.microsoft.com/office/powerpoint/2010/main" val="3897140652"/>
      </p:ext>
    </p:extLst>
  </p:cSld>
  <p:clrMapOvr>
    <a:masterClrMapping/>
  </p:clrMapOvr>
  <p:transition>
    <p:wheel spokes="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89" name="Rectangle 1">
            <a:extLst>
              <a:ext uri="{FF2B5EF4-FFF2-40B4-BE49-F238E27FC236}">
                <a16:creationId xmlns:a16="http://schemas.microsoft.com/office/drawing/2014/main" id="{A4E14B7A-2FB9-17F6-D314-390606242DE7}"/>
              </a:ext>
            </a:extLst>
          </p:cNvPr>
          <p:cNvSpPr>
            <a:spLocks noGrp="1" noChangeArrowheads="1"/>
          </p:cNvSpPr>
          <p:nvPr>
            <p:ph type="title" idx="4294967295"/>
          </p:nvPr>
        </p:nvSpPr>
        <p:spPr>
          <a:xfrm>
            <a:off x="1866901" y="228601"/>
            <a:ext cx="8429625" cy="676275"/>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Constraints in SQL</a:t>
            </a:r>
          </a:p>
        </p:txBody>
      </p:sp>
      <p:sp>
        <p:nvSpPr>
          <p:cNvPr id="12290" name="Rectangle 2">
            <a:extLst>
              <a:ext uri="{FF2B5EF4-FFF2-40B4-BE49-F238E27FC236}">
                <a16:creationId xmlns:a16="http://schemas.microsoft.com/office/drawing/2014/main" id="{7966C16F-33ED-1112-339E-2DD6D6691D12}"/>
              </a:ext>
            </a:extLst>
          </p:cNvPr>
          <p:cNvSpPr>
            <a:spLocks noGrp="1" noChangeArrowheads="1"/>
          </p:cNvSpPr>
          <p:nvPr>
            <p:ph type="body" idx="4294967295"/>
          </p:nvPr>
        </p:nvSpPr>
        <p:spPr>
          <a:xfrm>
            <a:off x="1866901" y="955676"/>
            <a:ext cx="8429625" cy="4513263"/>
          </a:xfrm>
          <a:ln/>
        </p:spPr>
        <p:txBody>
          <a:bodyPr/>
          <a:lstStyle/>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NOT NULL</a:t>
            </a:r>
            <a:r>
              <a:rPr lang="en-US" altLang="en-US" sz="2000"/>
              <a:t> - Indicates that a column cannot store NULL value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CREATE TABLE Persons (</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ID int NOT NULL,</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LastName varchar(255) NOT NULL</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UNIQUE</a:t>
            </a:r>
            <a:r>
              <a:rPr lang="en-US" altLang="en-US" sz="2000"/>
              <a:t> - Ensures that each row for a column must have a unique value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CREATE TABLE Persons (</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    ID int NOT NULL UNIQUE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i="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p:txBody>
      </p:sp>
    </p:spTree>
    <p:extLst>
      <p:ext uri="{BB962C8B-B14F-4D97-AF65-F5344CB8AC3E}">
        <p14:creationId xmlns:p14="http://schemas.microsoft.com/office/powerpoint/2010/main" val="3568158887"/>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3" name="Rectangle 1">
            <a:extLst>
              <a:ext uri="{FF2B5EF4-FFF2-40B4-BE49-F238E27FC236}">
                <a16:creationId xmlns:a16="http://schemas.microsoft.com/office/drawing/2014/main" id="{9A7786FE-6FF9-D798-759F-552A9F8B580E}"/>
              </a:ext>
            </a:extLst>
          </p:cNvPr>
          <p:cNvSpPr>
            <a:spLocks noGrp="1" noChangeArrowheads="1"/>
          </p:cNvSpPr>
          <p:nvPr>
            <p:ph type="title" idx="4294967295"/>
          </p:nvPr>
        </p:nvSpPr>
        <p:spPr>
          <a:xfrm>
            <a:off x="1012536" y="124548"/>
            <a:ext cx="8428038" cy="581025"/>
          </a:xfrm>
          <a:ln/>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ea typeface="+mj-lt"/>
                <a:cs typeface="+mj-lt"/>
              </a:rPr>
              <a:t>Constraints in SQL</a:t>
            </a:r>
          </a:p>
        </p:txBody>
      </p:sp>
      <p:sp>
        <p:nvSpPr>
          <p:cNvPr id="13314" name="Rectangle 2">
            <a:extLst>
              <a:ext uri="{FF2B5EF4-FFF2-40B4-BE49-F238E27FC236}">
                <a16:creationId xmlns:a16="http://schemas.microsoft.com/office/drawing/2014/main" id="{EDD1393B-5999-763E-EDCF-7FD07C407B2A}"/>
              </a:ext>
            </a:extLst>
          </p:cNvPr>
          <p:cNvSpPr>
            <a:spLocks noGrp="1" noChangeArrowheads="1"/>
          </p:cNvSpPr>
          <p:nvPr>
            <p:ph type="body" idx="4294967295"/>
          </p:nvPr>
        </p:nvSpPr>
        <p:spPr>
          <a:xfrm>
            <a:off x="342900" y="759403"/>
            <a:ext cx="11764674" cy="5921808"/>
          </a:xfrm>
          <a:ln/>
        </p:spPr>
        <p:txBody>
          <a:bodyPr/>
          <a:lstStyle/>
          <a:p>
            <a:pPr indent="-333375" algn="just">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PRIMARY KEY </a:t>
            </a:r>
            <a:r>
              <a:rPr lang="en-US" altLang="en-US" sz="2000"/>
              <a:t>- A combination of a NOT NULL and UNIQUE. Ensures that a column (or combination of two or more columns) have an unique identity which helps to find a particular record in a table more easily and quickly.</a:t>
            </a:r>
            <a:endParaRPr lang="en-US"/>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CREATE TABLE Persons (</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    ID int NOT NULL,</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    PRIMARY KEY (ID)</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FOREIGN KEY</a:t>
            </a:r>
            <a:r>
              <a:rPr lang="en-US" altLang="en-US" sz="2000"/>
              <a:t> -It points to a primary key in another table ensure the referential integrity of the data</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one table to match values in another table.</a:t>
            </a:r>
            <a:endParaRPr lang="en-US"/>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CREATE TABLE Orders (</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    OrderID int NOT NULL,</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    PRIMARY KEY (OrderID),</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    FOREIGN KEY (OrderID) REFERENCES Persons(ID)</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p:txBody>
      </p:sp>
    </p:spTree>
    <p:extLst>
      <p:ext uri="{BB962C8B-B14F-4D97-AF65-F5344CB8AC3E}">
        <p14:creationId xmlns:p14="http://schemas.microsoft.com/office/powerpoint/2010/main" val="3316977357"/>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69" name="Rectangle 1">
            <a:extLst>
              <a:ext uri="{FF2B5EF4-FFF2-40B4-BE49-F238E27FC236}">
                <a16:creationId xmlns:a16="http://schemas.microsoft.com/office/drawing/2014/main" id="{70DE9852-D47F-E248-BBEE-D665BD52AB49}"/>
              </a:ext>
            </a:extLst>
          </p:cNvPr>
          <p:cNvSpPr>
            <a:spLocks noGrp="1" noChangeArrowheads="1"/>
          </p:cNvSpPr>
          <p:nvPr>
            <p:ph type="title" idx="4294967295"/>
          </p:nvPr>
        </p:nvSpPr>
        <p:spPr>
          <a:xfrm>
            <a:off x="1278082" y="251548"/>
            <a:ext cx="8428038" cy="581025"/>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Constraints in SQL</a:t>
            </a:r>
          </a:p>
        </p:txBody>
      </p:sp>
      <p:sp>
        <p:nvSpPr>
          <p:cNvPr id="32770" name="Rectangle 2">
            <a:extLst>
              <a:ext uri="{FF2B5EF4-FFF2-40B4-BE49-F238E27FC236}">
                <a16:creationId xmlns:a16="http://schemas.microsoft.com/office/drawing/2014/main" id="{696BEE89-04F9-460A-B534-2B79180D05A3}"/>
              </a:ext>
            </a:extLst>
          </p:cNvPr>
          <p:cNvSpPr>
            <a:spLocks noGrp="1" noChangeArrowheads="1"/>
          </p:cNvSpPr>
          <p:nvPr>
            <p:ph type="body" idx="4294967295"/>
          </p:nvPr>
        </p:nvSpPr>
        <p:spPr>
          <a:xfrm>
            <a:off x="1278082" y="1036494"/>
            <a:ext cx="9628765" cy="4511675"/>
          </a:xfrm>
          <a:ln/>
        </p:spPr>
        <p:txBody>
          <a:bodyPr/>
          <a:lstStyle/>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CHECK</a:t>
            </a:r>
            <a:r>
              <a:rPr lang="en-US" altLang="en-US" sz="2000"/>
              <a:t> - Ensures that the value in a column meets a specific condition</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    CREATE TABLE Persons (</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    Age int,</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    CHECK (Age&gt;=18)</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    );</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i="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DEFAULT</a:t>
            </a:r>
            <a:r>
              <a:rPr lang="en-US" altLang="en-US" sz="2000"/>
              <a:t> - Specifies a default value when specified none for this column.</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    CREATE TABLE Persons (</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    ID int NOT NULL,</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    City varchar(255) DEFAULT 'Sandnes'</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    );</a:t>
            </a:r>
          </a:p>
        </p:txBody>
      </p:sp>
    </p:spTree>
    <p:extLst>
      <p:ext uri="{BB962C8B-B14F-4D97-AF65-F5344CB8AC3E}">
        <p14:creationId xmlns:p14="http://schemas.microsoft.com/office/powerpoint/2010/main" val="3259283835"/>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5" name="Rectangle 1">
            <a:extLst>
              <a:ext uri="{FF2B5EF4-FFF2-40B4-BE49-F238E27FC236}">
                <a16:creationId xmlns:a16="http://schemas.microsoft.com/office/drawing/2014/main" id="{8110C789-66AA-EB99-CC49-3EFA906A6B47}"/>
              </a:ext>
            </a:extLst>
          </p:cNvPr>
          <p:cNvSpPr>
            <a:spLocks noGrp="1" noChangeArrowheads="1"/>
          </p:cNvSpPr>
          <p:nvPr>
            <p:ph type="title" idx="4294967295"/>
          </p:nvPr>
        </p:nvSpPr>
        <p:spPr>
          <a:xfrm>
            <a:off x="1866901" y="274638"/>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ALTER Command on CONSTRAINTS</a:t>
            </a:r>
          </a:p>
        </p:txBody>
      </p:sp>
      <p:sp>
        <p:nvSpPr>
          <p:cNvPr id="16386" name="Rectangle 2">
            <a:extLst>
              <a:ext uri="{FF2B5EF4-FFF2-40B4-BE49-F238E27FC236}">
                <a16:creationId xmlns:a16="http://schemas.microsoft.com/office/drawing/2014/main" id="{765FED4D-F8CD-6030-D7D9-1028E482D57F}"/>
              </a:ext>
            </a:extLst>
          </p:cNvPr>
          <p:cNvSpPr>
            <a:spLocks noGrp="1" noChangeArrowheads="1"/>
          </p:cNvSpPr>
          <p:nvPr>
            <p:ph type="body" idx="4294967295"/>
          </p:nvPr>
        </p:nvSpPr>
        <p:spPr>
          <a:xfrm>
            <a:off x="400629" y="955676"/>
            <a:ext cx="11281351" cy="5194444"/>
          </a:xfrm>
          <a:ln/>
        </p:spPr>
        <p:txBody>
          <a:bodyPr/>
          <a:lstStyle/>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dirty="0"/>
              <a:t>The ALTER TABLE statement is used to add, delete, or modify CONSTRAINTS in and existing table.</a:t>
            </a:r>
            <a:endParaRPr lang="en-US" dirty="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1. To add a CONSTRAINT to column in a table, use the following syntax:</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dirty="0"/>
              <a:t>  </a:t>
            </a:r>
            <a:r>
              <a:rPr lang="en-US" altLang="en-US" sz="2000" b="1" i="1" dirty="0"/>
              <a:t> </a:t>
            </a:r>
            <a:r>
              <a:rPr lang="en-US" altLang="en-US" sz="2000" b="1" noProof="1">
                <a:ea typeface="+mn-lt"/>
                <a:cs typeface="+mn-lt"/>
              </a:rPr>
              <a:t>ALTER TABLE table_name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ea typeface="+mn-lt"/>
                <a:cs typeface="+mn-lt"/>
              </a:rPr>
              <a:t>   ADD CONSTRAINT constraint_name (column_name);</a:t>
            </a:r>
            <a:endParaRPr lang="en-US" dirty="0"/>
          </a:p>
          <a:p>
            <a:pPr indent="-340995">
              <a:buClrTx/>
              <a:buSz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i="1" noProof="1">
              <a:solidFill>
                <a:srgbClr val="7F0055"/>
              </a:solidFill>
              <a:latin typeface="Consolas"/>
            </a:endParaRPr>
          </a:p>
          <a:p>
            <a:pPr indent="-333375">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noProof="1">
                <a:latin typeface="Arial"/>
              </a:rPr>
              <a:t> 2. To Modify a CONSTRAINT in a table, use the following syntax:</a:t>
            </a:r>
          </a:p>
          <a:p>
            <a:pPr marL="466725" indent="-457200">
              <a:buAutoNum type="alphaLcParen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noProof="1">
                <a:latin typeface="Arial"/>
              </a:rPr>
              <a:t>  </a:t>
            </a:r>
            <a:r>
              <a:rPr lang="en-US" sz="2000" b="1" noProof="1">
                <a:latin typeface="Arial"/>
              </a:rPr>
              <a:t>DROP THE CONSTRAINT.</a:t>
            </a:r>
            <a:endParaRPr lang="en-US" sz="2000" i="1" noProof="1">
              <a:latin typeface="Arial"/>
            </a:endParaRPr>
          </a:p>
          <a:p>
            <a:pPr marL="466725" indent="-457200">
              <a:buAutoNum type="alphaLcParen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noProof="1">
                <a:latin typeface="Arial"/>
              </a:rPr>
              <a:t>  ADD THE CONSTRAINT.</a:t>
            </a:r>
            <a:endParaRPr lang="en-US" sz="2000" noProof="1">
              <a:latin typeface="Arial"/>
            </a:endParaRPr>
          </a:p>
          <a:p>
            <a:pPr indent="-340995">
              <a:buClrTx/>
              <a:buSz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i="1" noProof="1">
              <a:solidFill>
                <a:srgbClr val="7F0055"/>
              </a:solidFill>
              <a:latin typeface="Consolas" panose="020B0609020204030204" pitchFamily="49" charset="0"/>
            </a:endParaRP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3. To delete a CONSTRAINT of column in a table, use the following syntax </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 </a:t>
            </a:r>
            <a:r>
              <a:rPr lang="en-US" altLang="en-US" sz="2000" b="1" i="1" noProof="1"/>
              <a:t>  </a:t>
            </a:r>
            <a:r>
              <a:rPr lang="en-US" altLang="en-US" sz="2000" b="1" noProof="1"/>
              <a:t>ALTER TABLE table_name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   DROP CONSTRAINT constraint_name;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i="1"/>
          </a:p>
          <a:p>
            <a:pPr indent="-333375">
              <a:buClrTx/>
              <a:buSz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i="1">
              <a:latin typeface="Arial"/>
            </a:endParaRP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p:txBody>
      </p:sp>
    </p:spTree>
    <p:extLst>
      <p:ext uri="{BB962C8B-B14F-4D97-AF65-F5344CB8AC3E}">
        <p14:creationId xmlns:p14="http://schemas.microsoft.com/office/powerpoint/2010/main" val="1955354048"/>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4E84C4"/>
        </a:solidFill>
        <a:effectLst/>
      </p:bgPr>
    </p:bg>
    <p:spTree>
      <p:nvGrpSpPr>
        <p:cNvPr id="1" name=""/>
        <p:cNvGrpSpPr/>
        <p:nvPr/>
      </p:nvGrpSpPr>
      <p:grpSpPr>
        <a:xfrm>
          <a:off x="0" y="0"/>
          <a:ext cx="0" cy="0"/>
          <a:chOff x="0" y="0"/>
          <a:chExt cx="0" cy="0"/>
        </a:xfrm>
      </p:grpSpPr>
      <p:sp>
        <p:nvSpPr>
          <p:cNvPr id="17409" name="Rectangle 1">
            <a:extLst>
              <a:ext uri="{FF2B5EF4-FFF2-40B4-BE49-F238E27FC236}">
                <a16:creationId xmlns:a16="http://schemas.microsoft.com/office/drawing/2014/main" id="{DCB08FBF-7712-FC77-7922-1C9FF4E454F8}"/>
              </a:ext>
            </a:extLst>
          </p:cNvPr>
          <p:cNvSpPr>
            <a:spLocks noChangeArrowheads="1"/>
          </p:cNvSpPr>
          <p:nvPr/>
        </p:nvSpPr>
        <p:spPr bwMode="auto">
          <a:xfrm>
            <a:off x="1905001" y="4038600"/>
            <a:ext cx="813276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410" name="Text Box 2">
            <a:extLst>
              <a:ext uri="{FF2B5EF4-FFF2-40B4-BE49-F238E27FC236}">
                <a16:creationId xmlns:a16="http://schemas.microsoft.com/office/drawing/2014/main" id="{99AE75DE-1250-3F27-2650-8197D654EE27}"/>
              </a:ext>
            </a:extLst>
          </p:cNvPr>
          <p:cNvSpPr txBox="1">
            <a:spLocks noChangeArrowheads="1"/>
          </p:cNvSpPr>
          <p:nvPr/>
        </p:nvSpPr>
        <p:spPr bwMode="auto">
          <a:xfrm>
            <a:off x="1803400" y="3849688"/>
            <a:ext cx="7772400" cy="671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9pPr>
          </a:lstStyle>
          <a:p>
            <a:pPr>
              <a:buClrTx/>
              <a:buFontTx/>
              <a:buNone/>
            </a:pPr>
            <a:r>
              <a:rPr lang="en-US" altLang="en-US" sz="3800">
                <a:solidFill>
                  <a:srgbClr val="FFFFFF"/>
                </a:solidFill>
                <a:latin typeface="Myriad Pro" charset="0"/>
              </a:rPr>
              <a:t> </a:t>
            </a:r>
          </a:p>
        </p:txBody>
      </p:sp>
      <p:sp>
        <p:nvSpPr>
          <p:cNvPr id="17411" name="Text Box 3">
            <a:extLst>
              <a:ext uri="{FF2B5EF4-FFF2-40B4-BE49-F238E27FC236}">
                <a16:creationId xmlns:a16="http://schemas.microsoft.com/office/drawing/2014/main" id="{E2CEA908-E2D7-8513-FF11-8F6F7AECEEC0}"/>
              </a:ext>
            </a:extLst>
          </p:cNvPr>
          <p:cNvSpPr txBox="1">
            <a:spLocks noChangeArrowheads="1"/>
          </p:cNvSpPr>
          <p:nvPr/>
        </p:nvSpPr>
        <p:spPr bwMode="auto">
          <a:xfrm>
            <a:off x="1866900" y="274638"/>
            <a:ext cx="8434388" cy="5199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28613">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1pPr>
            <a:lvl2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2pPr>
            <a:lvl3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3pPr>
            <a:lvl4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4pPr>
            <a:lvl5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9pPr>
          </a:lstStyle>
          <a:p>
            <a:pPr indent="-328295" algn="ctr">
              <a:spcBef>
                <a:spcPts val="400"/>
              </a:spcBef>
            </a:pPr>
            <a:r>
              <a:rPr lang="en-US" altLang="en-US" sz="3200" b="1">
                <a:solidFill>
                  <a:srgbClr val="FFFFFF"/>
                </a:solidFill>
                <a:latin typeface="Arial"/>
                <a:cs typeface="Arial"/>
              </a:rPr>
              <a:t>CLAUSES IN SQL</a:t>
            </a:r>
            <a:endParaRPr lang="en-US"/>
          </a:p>
        </p:txBody>
      </p:sp>
    </p:spTree>
    <p:extLst>
      <p:ext uri="{BB962C8B-B14F-4D97-AF65-F5344CB8AC3E}">
        <p14:creationId xmlns:p14="http://schemas.microsoft.com/office/powerpoint/2010/main" val="3892859409"/>
      </p:ext>
    </p:extLst>
  </p:cSld>
  <p:clrMapOvr>
    <a:masterClrMapping/>
  </p:clrMapOvr>
  <p:transition>
    <p:wheel spokes="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1" name="Rectangle 1">
            <a:extLst>
              <a:ext uri="{FF2B5EF4-FFF2-40B4-BE49-F238E27FC236}">
                <a16:creationId xmlns:a16="http://schemas.microsoft.com/office/drawing/2014/main" id="{808B6304-5697-24D4-0A91-D0A07C77828C}"/>
              </a:ext>
            </a:extLst>
          </p:cNvPr>
          <p:cNvSpPr>
            <a:spLocks noGrp="1" noChangeArrowheads="1"/>
          </p:cNvSpPr>
          <p:nvPr>
            <p:ph type="title" idx="4294967295"/>
          </p:nvPr>
        </p:nvSpPr>
        <p:spPr>
          <a:xfrm>
            <a:off x="1866901" y="274638"/>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FROM</a:t>
            </a:r>
          </a:p>
        </p:txBody>
      </p:sp>
      <p:sp>
        <p:nvSpPr>
          <p:cNvPr id="20482" name="Rectangle 2">
            <a:extLst>
              <a:ext uri="{FF2B5EF4-FFF2-40B4-BE49-F238E27FC236}">
                <a16:creationId xmlns:a16="http://schemas.microsoft.com/office/drawing/2014/main" id="{B3DA2594-04AA-8529-61CF-E8B80850DC82}"/>
              </a:ext>
            </a:extLst>
          </p:cNvPr>
          <p:cNvSpPr>
            <a:spLocks noGrp="1" noChangeArrowheads="1"/>
          </p:cNvSpPr>
          <p:nvPr>
            <p:ph type="body" idx="4294967295"/>
          </p:nvPr>
        </p:nvSpPr>
        <p:spPr>
          <a:xfrm>
            <a:off x="1866901" y="851766"/>
            <a:ext cx="9330170" cy="2793423"/>
          </a:xfrm>
          <a:ln/>
        </p:spPr>
        <p:txBody>
          <a:bodyPr/>
          <a:lstStyle/>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The </a:t>
            </a:r>
            <a:r>
              <a:rPr lang="en-US" altLang="en-US" sz="2000" b="1"/>
              <a:t>FROM</a:t>
            </a:r>
            <a:r>
              <a:rPr lang="en-US" altLang="en-US" sz="2000"/>
              <a:t> clause is used to specify the columns to retrieve in a query.</a:t>
            </a:r>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It determines the data that will be returned as the result of the query.</a:t>
            </a:r>
          </a:p>
          <a:p>
            <a:pPr marL="9525"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marL="9525"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SYNTAX</a:t>
            </a:r>
            <a:endParaRPr lang="en-US" altLang="en-US" sz="2000"/>
          </a:p>
          <a:p>
            <a:pPr marL="9525"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select * from </a:t>
            </a:r>
            <a:r>
              <a:rPr lang="en-US" altLang="en-US" sz="2000" b="1" noProof="1"/>
              <a:t>table_name</a:t>
            </a:r>
            <a:r>
              <a:rPr lang="en-US" altLang="en-US" sz="2000" b="1"/>
              <a:t>;</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i="1"/>
          </a:p>
        </p:txBody>
      </p:sp>
      <p:sp>
        <p:nvSpPr>
          <p:cNvPr id="3" name="Rectangle 1">
            <a:extLst>
              <a:ext uri="{FF2B5EF4-FFF2-40B4-BE49-F238E27FC236}">
                <a16:creationId xmlns:a16="http://schemas.microsoft.com/office/drawing/2014/main" id="{E97D6828-8A4D-9182-F4B2-15546722CB74}"/>
              </a:ext>
            </a:extLst>
          </p:cNvPr>
          <p:cNvSpPr txBox="1">
            <a:spLocks noChangeArrowheads="1"/>
          </p:cNvSpPr>
          <p:nvPr/>
        </p:nvSpPr>
        <p:spPr bwMode="auto">
          <a:xfrm>
            <a:off x="1880756" y="3428856"/>
            <a:ext cx="8429625"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l" defTabSz="457200" rtl="0" eaLnBrk="0" fontAlgn="base" hangingPunct="0">
              <a:spcBef>
                <a:spcPct val="0"/>
              </a:spcBef>
              <a:spcAft>
                <a:spcPct val="0"/>
              </a:spcAft>
              <a:buClr>
                <a:srgbClr val="000000"/>
              </a:buClr>
              <a:buSzPct val="100000"/>
              <a:buFont typeface="Times New Roman" panose="02020603050405020304" pitchFamily="18" charset="0"/>
              <a:defRPr sz="2800" kern="1200">
                <a:solidFill>
                  <a:srgbClr val="4E84C4"/>
                </a:solidFill>
                <a:latin typeface="+mj-lt"/>
                <a:ea typeface="+mj-ea"/>
                <a:cs typeface="+mj-cs"/>
              </a:defRPr>
            </a:lvl1pPr>
            <a:lvl2pPr marL="742950" indent="-28575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2pPr>
            <a:lvl3pPr marL="1143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3pPr>
            <a:lvl4pPr marL="1600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4pPr>
            <a:lvl5pPr marL="20574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5pPr>
            <a:lvl6pPr marL="25146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6pPr>
            <a:lvl7pPr marL="29718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7pPr>
            <a:lvl8pPr marL="3429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8pPr>
            <a:lvl9pPr marL="3886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charset="0"/>
                <a:cs typeface="Arial" panose="020B0604020202020204" pitchFamily="34" charset="0"/>
              </a:defRPr>
            </a:lvl9p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noProof="1"/>
              <a:t>WHERE</a:t>
            </a:r>
          </a:p>
        </p:txBody>
      </p:sp>
      <p:sp>
        <p:nvSpPr>
          <p:cNvPr id="5" name="Rectangle 2">
            <a:extLst>
              <a:ext uri="{FF2B5EF4-FFF2-40B4-BE49-F238E27FC236}">
                <a16:creationId xmlns:a16="http://schemas.microsoft.com/office/drawing/2014/main" id="{8476EF20-3AEC-B3ED-2E65-D4F63AB615EA}"/>
              </a:ext>
            </a:extLst>
          </p:cNvPr>
          <p:cNvSpPr txBox="1">
            <a:spLocks noChangeArrowheads="1"/>
          </p:cNvSpPr>
          <p:nvPr/>
        </p:nvSpPr>
        <p:spPr bwMode="auto">
          <a:xfrm>
            <a:off x="1674244" y="3793374"/>
            <a:ext cx="9711170" cy="27934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marL="342900" indent="-3429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1pPr>
            <a:lvl2pPr marL="742950" indent="-28575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2pPr>
            <a:lvl3pPr marL="11430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3pPr>
            <a:lvl4pPr marL="16002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4pPr>
            <a:lvl5pPr marL="20574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The </a:t>
            </a:r>
            <a:r>
              <a:rPr lang="en-US" altLang="en-US" sz="2000" b="1"/>
              <a:t>WHERE </a:t>
            </a:r>
            <a:r>
              <a:rPr lang="en-US" altLang="en-US" sz="2000"/>
              <a:t>clause is used to filter rows based on specific conditions in a query.</a:t>
            </a:r>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It allows you to specify criteria to select only the rows that meet the specified conditions.</a:t>
            </a:r>
          </a:p>
          <a:p>
            <a:pPr marL="9525"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marL="9525"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SYNTAX</a:t>
            </a:r>
            <a:endParaRPr lang="en-US" altLang="en-US" sz="2000"/>
          </a:p>
          <a:p>
            <a:pPr marL="9525"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select * from </a:t>
            </a:r>
            <a:r>
              <a:rPr lang="en-US" altLang="en-US" sz="2000" b="1" noProof="1"/>
              <a:t>table_name where column_name operator value</a:t>
            </a:r>
            <a:r>
              <a:rPr lang="en-US" altLang="en-US" sz="2000" b="1"/>
              <a:t>;</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i="1"/>
          </a:p>
        </p:txBody>
      </p:sp>
    </p:spTree>
    <p:extLst>
      <p:ext uri="{BB962C8B-B14F-4D97-AF65-F5344CB8AC3E}">
        <p14:creationId xmlns:p14="http://schemas.microsoft.com/office/powerpoint/2010/main" val="1802111651"/>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1" name="Rectangle 1">
            <a:extLst>
              <a:ext uri="{FF2B5EF4-FFF2-40B4-BE49-F238E27FC236}">
                <a16:creationId xmlns:a16="http://schemas.microsoft.com/office/drawing/2014/main" id="{808B6304-5697-24D4-0A91-D0A07C77828C}"/>
              </a:ext>
            </a:extLst>
          </p:cNvPr>
          <p:cNvSpPr>
            <a:spLocks noGrp="1" noChangeArrowheads="1"/>
          </p:cNvSpPr>
          <p:nvPr>
            <p:ph type="title" idx="4294967295"/>
          </p:nvPr>
        </p:nvSpPr>
        <p:spPr>
          <a:xfrm>
            <a:off x="1866901" y="274638"/>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ORDER BY</a:t>
            </a:r>
          </a:p>
        </p:txBody>
      </p:sp>
      <p:sp>
        <p:nvSpPr>
          <p:cNvPr id="20482" name="Rectangle 2">
            <a:extLst>
              <a:ext uri="{FF2B5EF4-FFF2-40B4-BE49-F238E27FC236}">
                <a16:creationId xmlns:a16="http://schemas.microsoft.com/office/drawing/2014/main" id="{B3DA2594-04AA-8529-61CF-E8B80850DC82}"/>
              </a:ext>
            </a:extLst>
          </p:cNvPr>
          <p:cNvSpPr>
            <a:spLocks noGrp="1" noChangeArrowheads="1"/>
          </p:cNvSpPr>
          <p:nvPr>
            <p:ph type="body" idx="4294967295"/>
          </p:nvPr>
        </p:nvSpPr>
        <p:spPr>
          <a:xfrm>
            <a:off x="1716810" y="851765"/>
            <a:ext cx="9849715" cy="5483514"/>
          </a:xfrm>
          <a:ln/>
        </p:spPr>
        <p:txBody>
          <a:bodyPr/>
          <a:lstStyle/>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The </a:t>
            </a:r>
            <a:r>
              <a:rPr lang="en-US" altLang="en-US" sz="2000" b="1" noProof="1"/>
              <a:t>ORDER BY</a:t>
            </a:r>
            <a:r>
              <a:rPr lang="en-US" altLang="en-US" sz="2000" noProof="1"/>
              <a:t> keyword is used to sort the result-set by one or more columns.</a:t>
            </a:r>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The </a:t>
            </a:r>
            <a:r>
              <a:rPr lang="en-US" altLang="en-US" sz="2000" b="1" noProof="1"/>
              <a:t>ORDER BY</a:t>
            </a:r>
            <a:r>
              <a:rPr lang="en-US" altLang="en-US" sz="2000" noProof="1"/>
              <a:t> keyword sorts the records in ascending order by default. </a:t>
            </a:r>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To sort the records in a descending order, you can use the </a:t>
            </a:r>
            <a:r>
              <a:rPr lang="en-US" altLang="en-US" sz="2000" b="1" noProof="1"/>
              <a:t>DESC </a:t>
            </a:r>
            <a:r>
              <a:rPr lang="en-US" altLang="en-US" sz="2000" noProof="1"/>
              <a:t>keyword.</a:t>
            </a:r>
            <a:endParaRPr lang="en-US" sz="2000"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u="sng"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Syntax</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SELECT column_name,column_name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FROM table_name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ORDER BY column_name,column_name ASC|DESC;</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Example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SELECT * FROM Customers</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ORDER BY Country;</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SELECT * FROM Customers</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ORDER BY Country DESC;</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i="1" noProof="1"/>
          </a:p>
        </p:txBody>
      </p:sp>
    </p:spTree>
    <p:extLst>
      <p:ext uri="{BB962C8B-B14F-4D97-AF65-F5344CB8AC3E}">
        <p14:creationId xmlns:p14="http://schemas.microsoft.com/office/powerpoint/2010/main" val="3014562050"/>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5" name="Rectangle 1">
            <a:extLst>
              <a:ext uri="{FF2B5EF4-FFF2-40B4-BE49-F238E27FC236}">
                <a16:creationId xmlns:a16="http://schemas.microsoft.com/office/drawing/2014/main" id="{12CF8688-2427-5476-997A-F089FCD51FFD}"/>
              </a:ext>
            </a:extLst>
          </p:cNvPr>
          <p:cNvSpPr>
            <a:spLocks noGrp="1" noChangeArrowheads="1"/>
          </p:cNvSpPr>
          <p:nvPr>
            <p:ph type="title" idx="4294967295"/>
          </p:nvPr>
        </p:nvSpPr>
        <p:spPr>
          <a:xfrm>
            <a:off x="1866901" y="274638"/>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GROUP BY</a:t>
            </a:r>
          </a:p>
        </p:txBody>
      </p:sp>
      <p:sp>
        <p:nvSpPr>
          <p:cNvPr id="21506" name="Rectangle 2">
            <a:extLst>
              <a:ext uri="{FF2B5EF4-FFF2-40B4-BE49-F238E27FC236}">
                <a16:creationId xmlns:a16="http://schemas.microsoft.com/office/drawing/2014/main" id="{78A648F8-5B65-724A-06C5-447DD02DB194}"/>
              </a:ext>
            </a:extLst>
          </p:cNvPr>
          <p:cNvSpPr>
            <a:spLocks noGrp="1" noChangeArrowheads="1"/>
          </p:cNvSpPr>
          <p:nvPr>
            <p:ph type="body" idx="4294967295"/>
          </p:nvPr>
        </p:nvSpPr>
        <p:spPr>
          <a:xfrm>
            <a:off x="1866901" y="955676"/>
            <a:ext cx="9491806" cy="4513263"/>
          </a:xfrm>
          <a:ln/>
        </p:spPr>
        <p:txBody>
          <a:bodyPr/>
          <a:lstStyle/>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The </a:t>
            </a:r>
            <a:r>
              <a:rPr lang="en-US" altLang="en-US" sz="2000" b="1" noProof="1"/>
              <a:t>GROUP BY</a:t>
            </a:r>
            <a:r>
              <a:rPr lang="en-US" altLang="en-US" sz="2000" noProof="1"/>
              <a:t> statement is often used with aggregate functions (COUNT, MAX, MIN, SUM, AVG) to group the result-set by one or more columns.</a:t>
            </a:r>
            <a:endParaRPr lang="en-US" sz="2000"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Syntax  [ it is used to group rows from one or more columns] compulsory used the aggregate functions</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SELECT column_name(s)</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FROM table_name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WHERE condition</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GROUP BY column_name(s)</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ORDER BY column_name(s);</a:t>
            </a:r>
          </a:p>
        </p:txBody>
      </p:sp>
    </p:spTree>
    <p:extLst>
      <p:ext uri="{BB962C8B-B14F-4D97-AF65-F5344CB8AC3E}">
        <p14:creationId xmlns:p14="http://schemas.microsoft.com/office/powerpoint/2010/main" val="1975284699"/>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5" name="Rectangle 1">
            <a:extLst>
              <a:ext uri="{FF2B5EF4-FFF2-40B4-BE49-F238E27FC236}">
                <a16:creationId xmlns:a16="http://schemas.microsoft.com/office/drawing/2014/main" id="{12CF8688-2427-5476-997A-F089FCD51FFD}"/>
              </a:ext>
            </a:extLst>
          </p:cNvPr>
          <p:cNvSpPr>
            <a:spLocks noGrp="1" noChangeArrowheads="1"/>
          </p:cNvSpPr>
          <p:nvPr>
            <p:ph type="title" idx="4294967295"/>
          </p:nvPr>
        </p:nvSpPr>
        <p:spPr>
          <a:xfrm>
            <a:off x="1543628" y="274638"/>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HAVING</a:t>
            </a:r>
          </a:p>
        </p:txBody>
      </p:sp>
      <p:sp>
        <p:nvSpPr>
          <p:cNvPr id="21506" name="Rectangle 2">
            <a:extLst>
              <a:ext uri="{FF2B5EF4-FFF2-40B4-BE49-F238E27FC236}">
                <a16:creationId xmlns:a16="http://schemas.microsoft.com/office/drawing/2014/main" id="{78A648F8-5B65-724A-06C5-447DD02DB194}"/>
              </a:ext>
            </a:extLst>
          </p:cNvPr>
          <p:cNvSpPr>
            <a:spLocks noGrp="1" noChangeArrowheads="1"/>
          </p:cNvSpPr>
          <p:nvPr>
            <p:ph type="body" idx="4294967295"/>
          </p:nvPr>
        </p:nvSpPr>
        <p:spPr>
          <a:xfrm>
            <a:off x="1428174" y="990312"/>
            <a:ext cx="9491806" cy="5298353"/>
          </a:xfrm>
          <a:ln/>
        </p:spPr>
        <p:txBody>
          <a:bodyPr/>
          <a:lstStyle/>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The </a:t>
            </a:r>
            <a:r>
              <a:rPr lang="en-US" altLang="en-US" sz="2000" b="1" noProof="1"/>
              <a:t>HAVING</a:t>
            </a:r>
            <a:r>
              <a:rPr lang="en-US" altLang="en-US" sz="2000" noProof="1"/>
              <a:t> statement is used to filter the results of a </a:t>
            </a:r>
            <a:r>
              <a:rPr lang="en-US" altLang="en-US" sz="2000" b="1" noProof="1"/>
              <a:t>'GROUP BY' </a:t>
            </a:r>
            <a:r>
              <a:rPr lang="en-US" altLang="en-US" sz="2000" noProof="1"/>
              <a:t>query based on conditions applied to the grouped data.</a:t>
            </a:r>
            <a:endParaRPr lang="en-US" sz="2000" noProof="1"/>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It is similar to </a:t>
            </a:r>
            <a:r>
              <a:rPr lang="en-US" altLang="en-US" sz="2000" b="1" noProof="1"/>
              <a:t>WHERE </a:t>
            </a:r>
            <a:r>
              <a:rPr lang="en-US" altLang="en-US" sz="2000" noProof="1"/>
              <a:t>clause could not be used in aggregate function</a:t>
            </a:r>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It is used for filter the </a:t>
            </a:r>
            <a:r>
              <a:rPr lang="en-US" altLang="en-US" sz="2000" b="1" noProof="1"/>
              <a:t>Group By </a:t>
            </a:r>
            <a:r>
              <a:rPr lang="en-US" altLang="en-US" sz="2000" noProof="1"/>
              <a:t>Result</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Example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Retrieve the total order amount for customers who have placed orders with a total amount greater than $1000.</a:t>
            </a:r>
            <a:endParaRPr lang="en-US" altLang="en-US" sz="2000" b="1"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SELECT customer_id, SUM(order_total) as total_amount</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FROM orders</a:t>
            </a:r>
            <a:endParaRPr lang="en-US"/>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GROUP BY customer_id</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HAVING SUM(order_total) &gt; 1000;</a:t>
            </a:r>
            <a:endParaRPr lang="en-US"/>
          </a:p>
        </p:txBody>
      </p:sp>
    </p:spTree>
    <p:extLst>
      <p:ext uri="{BB962C8B-B14F-4D97-AF65-F5344CB8AC3E}">
        <p14:creationId xmlns:p14="http://schemas.microsoft.com/office/powerpoint/2010/main" val="2004262066"/>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4E84C4"/>
        </a:solidFill>
        <a:effectLst/>
      </p:bgPr>
    </p:bg>
    <p:spTree>
      <p:nvGrpSpPr>
        <p:cNvPr id="1" name=""/>
        <p:cNvGrpSpPr/>
        <p:nvPr/>
      </p:nvGrpSpPr>
      <p:grpSpPr>
        <a:xfrm>
          <a:off x="0" y="0"/>
          <a:ext cx="0" cy="0"/>
          <a:chOff x="0" y="0"/>
          <a:chExt cx="0" cy="0"/>
        </a:xfrm>
      </p:grpSpPr>
      <p:sp>
        <p:nvSpPr>
          <p:cNvPr id="17409" name="Rectangle 1">
            <a:extLst>
              <a:ext uri="{FF2B5EF4-FFF2-40B4-BE49-F238E27FC236}">
                <a16:creationId xmlns:a16="http://schemas.microsoft.com/office/drawing/2014/main" id="{DCB08FBF-7712-FC77-7922-1C9FF4E454F8}"/>
              </a:ext>
            </a:extLst>
          </p:cNvPr>
          <p:cNvSpPr>
            <a:spLocks noChangeArrowheads="1"/>
          </p:cNvSpPr>
          <p:nvPr/>
        </p:nvSpPr>
        <p:spPr bwMode="auto">
          <a:xfrm>
            <a:off x="1905001" y="4038600"/>
            <a:ext cx="813276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410" name="Text Box 2">
            <a:extLst>
              <a:ext uri="{FF2B5EF4-FFF2-40B4-BE49-F238E27FC236}">
                <a16:creationId xmlns:a16="http://schemas.microsoft.com/office/drawing/2014/main" id="{99AE75DE-1250-3F27-2650-8197D654EE27}"/>
              </a:ext>
            </a:extLst>
          </p:cNvPr>
          <p:cNvSpPr txBox="1">
            <a:spLocks noChangeArrowheads="1"/>
          </p:cNvSpPr>
          <p:nvPr/>
        </p:nvSpPr>
        <p:spPr bwMode="auto">
          <a:xfrm>
            <a:off x="1803400" y="3849688"/>
            <a:ext cx="7772400" cy="671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9pPr>
          </a:lstStyle>
          <a:p>
            <a:pPr>
              <a:buClrTx/>
              <a:buFontTx/>
              <a:buNone/>
            </a:pPr>
            <a:r>
              <a:rPr lang="en-US" altLang="en-US" sz="3800">
                <a:solidFill>
                  <a:srgbClr val="FFFFFF"/>
                </a:solidFill>
                <a:latin typeface="Myriad Pro" charset="0"/>
              </a:rPr>
              <a:t> </a:t>
            </a:r>
          </a:p>
        </p:txBody>
      </p:sp>
      <p:sp>
        <p:nvSpPr>
          <p:cNvPr id="17411" name="Text Box 3">
            <a:extLst>
              <a:ext uri="{FF2B5EF4-FFF2-40B4-BE49-F238E27FC236}">
                <a16:creationId xmlns:a16="http://schemas.microsoft.com/office/drawing/2014/main" id="{E2CEA908-E2D7-8513-FF11-8F6F7AECEEC0}"/>
              </a:ext>
            </a:extLst>
          </p:cNvPr>
          <p:cNvSpPr txBox="1">
            <a:spLocks noChangeArrowheads="1"/>
          </p:cNvSpPr>
          <p:nvPr/>
        </p:nvSpPr>
        <p:spPr bwMode="auto">
          <a:xfrm>
            <a:off x="1866900" y="274638"/>
            <a:ext cx="8434388" cy="5199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28613">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1pPr>
            <a:lvl2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2pPr>
            <a:lvl3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3pPr>
            <a:lvl4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4pPr>
            <a:lvl5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9pPr>
          </a:lstStyle>
          <a:p>
            <a:pPr indent="-328295" algn="ctr">
              <a:spcBef>
                <a:spcPts val="400"/>
              </a:spcBef>
            </a:pPr>
            <a:r>
              <a:rPr lang="en-US" altLang="en-US" sz="3200" b="1">
                <a:solidFill>
                  <a:srgbClr val="FFFFFF"/>
                </a:solidFill>
                <a:latin typeface="Arial"/>
                <a:cs typeface="Arial"/>
              </a:rPr>
              <a:t>SQL JOINS</a:t>
            </a:r>
            <a:endParaRPr lang="en-US"/>
          </a:p>
        </p:txBody>
      </p:sp>
    </p:spTree>
    <p:extLst>
      <p:ext uri="{BB962C8B-B14F-4D97-AF65-F5344CB8AC3E}">
        <p14:creationId xmlns:p14="http://schemas.microsoft.com/office/powerpoint/2010/main" val="1434063288"/>
      </p:ext>
    </p:extLst>
  </p:cSld>
  <p:clrMapOvr>
    <a:masterClrMapping/>
  </p:clrMapOvr>
  <p:transition>
    <p:wheel spokes="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49" name="Rectangle 1">
            <a:extLst>
              <a:ext uri="{FF2B5EF4-FFF2-40B4-BE49-F238E27FC236}">
                <a16:creationId xmlns:a16="http://schemas.microsoft.com/office/drawing/2014/main" id="{17D7C153-BB2A-CF11-5C4B-0BF607B944E2}"/>
              </a:ext>
            </a:extLst>
          </p:cNvPr>
          <p:cNvSpPr>
            <a:spLocks noGrp="1" noChangeArrowheads="1"/>
          </p:cNvSpPr>
          <p:nvPr>
            <p:ph type="title" idx="4294967295"/>
          </p:nvPr>
        </p:nvSpPr>
        <p:spPr>
          <a:xfrm>
            <a:off x="1866901" y="274638"/>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SQL Joins</a:t>
            </a:r>
          </a:p>
        </p:txBody>
      </p:sp>
      <p:sp>
        <p:nvSpPr>
          <p:cNvPr id="27650" name="Rectangle 2">
            <a:extLst>
              <a:ext uri="{FF2B5EF4-FFF2-40B4-BE49-F238E27FC236}">
                <a16:creationId xmlns:a16="http://schemas.microsoft.com/office/drawing/2014/main" id="{3FC4C92B-53D5-EA29-05B4-FDF54CF58F9C}"/>
              </a:ext>
            </a:extLst>
          </p:cNvPr>
          <p:cNvSpPr>
            <a:spLocks noGrp="1" noChangeArrowheads="1"/>
          </p:cNvSpPr>
          <p:nvPr>
            <p:ph type="body" idx="4294967295"/>
          </p:nvPr>
        </p:nvSpPr>
        <p:spPr>
          <a:xfrm>
            <a:off x="1866901" y="955675"/>
            <a:ext cx="9688079" cy="5143500"/>
          </a:xfrm>
          <a:ln/>
        </p:spPr>
        <p:txBody>
          <a:bodyPr/>
          <a:lstStyle/>
          <a:p>
            <a:pPr indent="-333375">
              <a:buClrTx/>
              <a:buAutoNum type="arabicPeriod"/>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An SQL JOIN clause is used to combine rows from two or more tables, based on a common field between them.</a:t>
            </a:r>
            <a:endParaRPr lang="en-US" altLang="en-US" sz="2000" b="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a:t>INNER JOIN or NORMAL JOIN :</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a:p>
          <a:p>
            <a:pPr marL="466725" indent="-457200">
              <a:buClrTx/>
              <a:buAutoNum type="arabicPeriod"/>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Combine the rows and return the matching values in both tables</a:t>
            </a:r>
          </a:p>
          <a:p>
            <a:pPr marL="352425">
              <a:buClrTx/>
              <a:buAutoNum type="arabicPeriod"/>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a:t>The INNER JOIN keyword selects all rows from both tables as long as there is a match between the columns in both tables.</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i="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i="1"/>
              <a:t>Syntax</a:t>
            </a:r>
            <a:endParaRPr lang="en-US"/>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i="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i="1"/>
              <a:t>SELECT </a:t>
            </a:r>
            <a:r>
              <a:rPr lang="en-US" altLang="en-US" sz="2000" b="1" i="1" noProof="1"/>
              <a:t>column_name(s)</a:t>
            </a:r>
            <a:endParaRPr lang="en-US"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i="1"/>
              <a:t>FROM table1</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i="1"/>
              <a:t>INNER JOIN table2</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i="1"/>
              <a:t>ON table1.column_name=table2.column_name;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i="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i="1"/>
          </a:p>
        </p:txBody>
      </p:sp>
    </p:spTree>
    <p:extLst>
      <p:ext uri="{BB962C8B-B14F-4D97-AF65-F5344CB8AC3E}">
        <p14:creationId xmlns:p14="http://schemas.microsoft.com/office/powerpoint/2010/main" val="1784648850"/>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3" name="Rectangle 1">
            <a:extLst>
              <a:ext uri="{FF2B5EF4-FFF2-40B4-BE49-F238E27FC236}">
                <a16:creationId xmlns:a16="http://schemas.microsoft.com/office/drawing/2014/main" id="{28A324C0-1866-015C-94D5-89FB942E6E27}"/>
              </a:ext>
            </a:extLst>
          </p:cNvPr>
          <p:cNvSpPr>
            <a:spLocks noGrp="1" noChangeArrowheads="1"/>
          </p:cNvSpPr>
          <p:nvPr>
            <p:ph type="title" idx="4294967295"/>
          </p:nvPr>
        </p:nvSpPr>
        <p:spPr>
          <a:xfrm>
            <a:off x="1866901" y="274638"/>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LEFT JOIN</a:t>
            </a:r>
          </a:p>
        </p:txBody>
      </p:sp>
      <p:sp>
        <p:nvSpPr>
          <p:cNvPr id="28674" name="Rectangle 2">
            <a:extLst>
              <a:ext uri="{FF2B5EF4-FFF2-40B4-BE49-F238E27FC236}">
                <a16:creationId xmlns:a16="http://schemas.microsoft.com/office/drawing/2014/main" id="{F9413F1C-92E9-E6C0-E376-E1F5D19DBFBA}"/>
              </a:ext>
            </a:extLst>
          </p:cNvPr>
          <p:cNvSpPr>
            <a:spLocks noGrp="1" noChangeArrowheads="1"/>
          </p:cNvSpPr>
          <p:nvPr>
            <p:ph type="body" idx="4294967295"/>
          </p:nvPr>
        </p:nvSpPr>
        <p:spPr>
          <a:xfrm>
            <a:off x="880631" y="798658"/>
            <a:ext cx="10946533" cy="5406881"/>
          </a:xfrm>
          <a:ln/>
        </p:spPr>
        <p:txBody>
          <a:bodyPr/>
          <a:lstStyle/>
          <a:p>
            <a:pPr marL="295275" indent="-28575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Return all rows from the left table, and the matched rows from the right table.</a:t>
            </a:r>
            <a:endParaRPr lang="en-US" sz="2000" noProof="1"/>
          </a:p>
          <a:p>
            <a:pPr marL="295275" indent="-28575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The LEFT JOIN keyword returns all rows from the left table (table1), with the matching rows in the right table (table2). </a:t>
            </a:r>
            <a:endParaRPr lang="en-US" sz="2000" noProof="1"/>
          </a:p>
          <a:p>
            <a:pPr marL="295275" indent="-28575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No match exists return the null values from right table.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Syntax</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SELECT column_name(s)</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FROM table1</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LEFT JOIN table2</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ON table1.column_name=table2.column_name;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or:</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SELECT column_name(s)</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FROM table1</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LEFT OUTER JOIN table2</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ON table1.column_name=table2.column_name; </a:t>
            </a:r>
          </a:p>
        </p:txBody>
      </p:sp>
    </p:spTree>
    <p:extLst>
      <p:ext uri="{BB962C8B-B14F-4D97-AF65-F5344CB8AC3E}">
        <p14:creationId xmlns:p14="http://schemas.microsoft.com/office/powerpoint/2010/main" val="1757227278"/>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3" name="Rectangle 1">
            <a:extLst>
              <a:ext uri="{FF2B5EF4-FFF2-40B4-BE49-F238E27FC236}">
                <a16:creationId xmlns:a16="http://schemas.microsoft.com/office/drawing/2014/main" id="{28A324C0-1866-015C-94D5-89FB942E6E27}"/>
              </a:ext>
            </a:extLst>
          </p:cNvPr>
          <p:cNvSpPr>
            <a:spLocks noGrp="1" noChangeArrowheads="1"/>
          </p:cNvSpPr>
          <p:nvPr>
            <p:ph type="title" idx="4294967295"/>
          </p:nvPr>
        </p:nvSpPr>
        <p:spPr>
          <a:xfrm>
            <a:off x="1866901" y="274638"/>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RIGHT JOIN</a:t>
            </a:r>
          </a:p>
        </p:txBody>
      </p:sp>
      <p:sp>
        <p:nvSpPr>
          <p:cNvPr id="28674" name="Rectangle 2">
            <a:extLst>
              <a:ext uri="{FF2B5EF4-FFF2-40B4-BE49-F238E27FC236}">
                <a16:creationId xmlns:a16="http://schemas.microsoft.com/office/drawing/2014/main" id="{F9413F1C-92E9-E6C0-E376-E1F5D19DBFBA}"/>
              </a:ext>
            </a:extLst>
          </p:cNvPr>
          <p:cNvSpPr>
            <a:spLocks noGrp="1" noChangeArrowheads="1"/>
          </p:cNvSpPr>
          <p:nvPr>
            <p:ph type="body" idx="4294967295"/>
          </p:nvPr>
        </p:nvSpPr>
        <p:spPr>
          <a:xfrm>
            <a:off x="880631" y="798658"/>
            <a:ext cx="10946533" cy="5406881"/>
          </a:xfrm>
          <a:ln/>
        </p:spPr>
        <p:txBody>
          <a:bodyPr/>
          <a:lstStyle/>
          <a:p>
            <a:pPr marL="295275" indent="-28575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Return all rows from the right table, and the matched rows from the left table.</a:t>
            </a:r>
            <a:endParaRPr lang="en-US" sz="2000" noProof="1"/>
          </a:p>
          <a:p>
            <a:pPr marL="295275" indent="-28575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The RIGHT JOIN keyword returns all rows from the right table (table1), with the matching rows in the left table (table2). </a:t>
            </a:r>
            <a:endParaRPr lang="en-US" sz="2000" noProof="1"/>
          </a:p>
          <a:p>
            <a:pPr marL="295275" indent="-28575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The result is NULL in the right side when there is no match.</a:t>
            </a:r>
            <a:endParaRPr lang="en-US" sz="2000"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Syntax</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SELECT column_name(s)</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FROM table1</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RIGHT JOIN table2</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ON table1.column_name=table2.column_name;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or:</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SELECT column_name(s)</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FROM table1</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RIGHT OUTER JOIN table2</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ON table1.column_name=table2.column_name; </a:t>
            </a:r>
          </a:p>
        </p:txBody>
      </p:sp>
    </p:spTree>
    <p:extLst>
      <p:ext uri="{BB962C8B-B14F-4D97-AF65-F5344CB8AC3E}">
        <p14:creationId xmlns:p14="http://schemas.microsoft.com/office/powerpoint/2010/main" val="4233617148"/>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3" name="Rectangle 1">
            <a:extLst>
              <a:ext uri="{FF2B5EF4-FFF2-40B4-BE49-F238E27FC236}">
                <a16:creationId xmlns:a16="http://schemas.microsoft.com/office/drawing/2014/main" id="{28A324C0-1866-015C-94D5-89FB942E6E27}"/>
              </a:ext>
            </a:extLst>
          </p:cNvPr>
          <p:cNvSpPr>
            <a:spLocks noGrp="1" noChangeArrowheads="1"/>
          </p:cNvSpPr>
          <p:nvPr>
            <p:ph type="title" idx="4294967295"/>
          </p:nvPr>
        </p:nvSpPr>
        <p:spPr>
          <a:xfrm>
            <a:off x="1866901" y="274638"/>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FULL OUTER JOIN</a:t>
            </a:r>
          </a:p>
        </p:txBody>
      </p:sp>
      <p:sp>
        <p:nvSpPr>
          <p:cNvPr id="28674" name="Rectangle 2">
            <a:extLst>
              <a:ext uri="{FF2B5EF4-FFF2-40B4-BE49-F238E27FC236}">
                <a16:creationId xmlns:a16="http://schemas.microsoft.com/office/drawing/2014/main" id="{F9413F1C-92E9-E6C0-E376-E1F5D19DBFBA}"/>
              </a:ext>
            </a:extLst>
          </p:cNvPr>
          <p:cNvSpPr>
            <a:spLocks noGrp="1" noChangeArrowheads="1"/>
          </p:cNvSpPr>
          <p:nvPr>
            <p:ph type="body" idx="4294967295"/>
          </p:nvPr>
        </p:nvSpPr>
        <p:spPr>
          <a:xfrm>
            <a:off x="880631" y="798658"/>
            <a:ext cx="10946533" cy="5406881"/>
          </a:xfrm>
          <a:ln/>
        </p:spPr>
        <p:txBody>
          <a:bodyPr/>
          <a:lstStyle/>
          <a:p>
            <a:pPr marL="295275" indent="-28575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Return all rows from both tables, if there is any match or not.</a:t>
            </a:r>
            <a:endParaRPr lang="en-US" sz="2000" noProof="1"/>
          </a:p>
          <a:p>
            <a:pPr marL="295275" indent="-285750">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The FULL OUTER JOIN keyword returns all rows from the right table (table1) and all the rows from the left table (table 2). </a:t>
            </a:r>
            <a:endParaRPr lang="en-US" sz="2000"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Syntax</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SELECT column_name(s)</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FROM table1</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FULL OUTER JOIN table2</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ON table1.column_name=table2.column_name;</a:t>
            </a:r>
          </a:p>
        </p:txBody>
      </p:sp>
    </p:spTree>
    <p:extLst>
      <p:ext uri="{BB962C8B-B14F-4D97-AF65-F5344CB8AC3E}">
        <p14:creationId xmlns:p14="http://schemas.microsoft.com/office/powerpoint/2010/main" val="3759392110"/>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5" name="Rectangle 1">
            <a:extLst>
              <a:ext uri="{FF2B5EF4-FFF2-40B4-BE49-F238E27FC236}">
                <a16:creationId xmlns:a16="http://schemas.microsoft.com/office/drawing/2014/main" id="{3DC5A36D-8CE5-1574-13A8-1A384CDB7D8A}"/>
              </a:ext>
            </a:extLst>
          </p:cNvPr>
          <p:cNvSpPr>
            <a:spLocks noGrp="1" noChangeArrowheads="1"/>
          </p:cNvSpPr>
          <p:nvPr>
            <p:ph type="title" idx="4294967295"/>
          </p:nvPr>
        </p:nvSpPr>
        <p:spPr>
          <a:xfrm>
            <a:off x="1866901" y="274638"/>
            <a:ext cx="8429625" cy="582612"/>
          </a:xfrm>
          <a:ln/>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SELF JOIN</a:t>
            </a:r>
            <a:endParaRPr lang="en-US"/>
          </a:p>
        </p:txBody>
      </p:sp>
      <p:sp>
        <p:nvSpPr>
          <p:cNvPr id="31746" name="Rectangle 2">
            <a:extLst>
              <a:ext uri="{FF2B5EF4-FFF2-40B4-BE49-F238E27FC236}">
                <a16:creationId xmlns:a16="http://schemas.microsoft.com/office/drawing/2014/main" id="{FE443C3C-20E0-A2C0-8EE1-C562EA186375}"/>
              </a:ext>
            </a:extLst>
          </p:cNvPr>
          <p:cNvSpPr>
            <a:spLocks noGrp="1" noChangeArrowheads="1"/>
          </p:cNvSpPr>
          <p:nvPr>
            <p:ph type="body" idx="4294967295"/>
          </p:nvPr>
        </p:nvSpPr>
        <p:spPr>
          <a:xfrm>
            <a:off x="1866901" y="955676"/>
            <a:ext cx="9387897" cy="4513263"/>
          </a:xfrm>
          <a:ln/>
        </p:spPr>
        <p:txBody>
          <a:bodyPr/>
          <a:lstStyle/>
          <a:p>
            <a:pPr indent="-333375" algn="just">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It is a join in which a table is joined with itself, specially when the table has a </a:t>
            </a:r>
            <a:r>
              <a:rPr lang="en-US" altLang="en-US" sz="2000" b="1" noProof="1"/>
              <a:t>FOREIGN KEY</a:t>
            </a:r>
            <a:r>
              <a:rPr lang="en-US" altLang="en-US" sz="2000" noProof="1"/>
              <a:t> which references its own </a:t>
            </a:r>
            <a:r>
              <a:rPr lang="en-US" altLang="en-US" sz="2000" b="1" noProof="1"/>
              <a:t>PRIMARY KEY</a:t>
            </a:r>
            <a:r>
              <a:rPr lang="en-US" altLang="en-US" sz="2000" noProof="1"/>
              <a:t>. </a:t>
            </a:r>
            <a:endParaRPr lang="en-US" sz="2000" noProof="1"/>
          </a:p>
          <a:p>
            <a:pPr indent="-333375" algn="just">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To join a table itself means that each row of the table is combined with itself and with every other row of the table. </a:t>
            </a:r>
            <a:endParaRPr lang="en-US" sz="2000" noProof="1"/>
          </a:p>
          <a:p>
            <a:pPr indent="-333375" algn="just">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The self join can be viewed as a join of two copies of the same table.</a:t>
            </a:r>
            <a:endParaRPr lang="en-US" sz="2000"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Syntax</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SELECT t1.column_name, t2. column_name</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FROM table t1, table t2</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where t1.column_name = t2.column_name</a:t>
            </a:r>
          </a:p>
        </p:txBody>
      </p:sp>
    </p:spTree>
    <p:extLst>
      <p:ext uri="{BB962C8B-B14F-4D97-AF65-F5344CB8AC3E}">
        <p14:creationId xmlns:p14="http://schemas.microsoft.com/office/powerpoint/2010/main" val="1157443152"/>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D984B-327B-38F2-75A5-884AD54D55CB}"/>
              </a:ext>
            </a:extLst>
          </p:cNvPr>
          <p:cNvSpPr>
            <a:spLocks noGrp="1"/>
          </p:cNvSpPr>
          <p:nvPr>
            <p:ph type="title"/>
          </p:nvPr>
        </p:nvSpPr>
        <p:spPr/>
        <p:txBody>
          <a:bodyPr/>
          <a:lstStyle/>
          <a:p>
            <a:r>
              <a:rPr lang="en-US"/>
              <a:t>Join Three tables with different joins</a:t>
            </a:r>
          </a:p>
        </p:txBody>
      </p:sp>
      <p:sp>
        <p:nvSpPr>
          <p:cNvPr id="3" name="Content Placeholder 2">
            <a:extLst>
              <a:ext uri="{FF2B5EF4-FFF2-40B4-BE49-F238E27FC236}">
                <a16:creationId xmlns:a16="http://schemas.microsoft.com/office/drawing/2014/main" id="{24ABB312-42B6-A344-5DA8-0E6944942D25}"/>
              </a:ext>
            </a:extLst>
          </p:cNvPr>
          <p:cNvSpPr>
            <a:spLocks noGrp="1"/>
          </p:cNvSpPr>
          <p:nvPr>
            <p:ph idx="1"/>
          </p:nvPr>
        </p:nvSpPr>
        <p:spPr/>
        <p:txBody>
          <a:bodyPr/>
          <a:lstStyle/>
          <a:p>
            <a:r>
              <a:rPr lang="en-US" b="1"/>
              <a:t>SYNTAX</a:t>
            </a:r>
          </a:p>
          <a:p>
            <a:endParaRPr lang="en-US" b="1"/>
          </a:p>
          <a:p>
            <a:r>
              <a:rPr lang="en-US">
                <a:ea typeface="+mn-lt"/>
                <a:cs typeface="+mn-lt"/>
              </a:rPr>
              <a:t>Select * from Table1</a:t>
            </a:r>
            <a:endParaRPr lang="en-US"/>
          </a:p>
          <a:p>
            <a:r>
              <a:rPr lang="en-US">
                <a:ea typeface="+mn-lt"/>
                <a:cs typeface="+mn-lt"/>
              </a:rPr>
              <a:t>Select * from Table2</a:t>
            </a:r>
            <a:endParaRPr lang="en-US"/>
          </a:p>
          <a:p>
            <a:r>
              <a:rPr lang="en-US">
                <a:ea typeface="+mn-lt"/>
                <a:cs typeface="+mn-lt"/>
              </a:rPr>
              <a:t>Select * from Table3</a:t>
            </a:r>
            <a:endParaRPr lang="en-US"/>
          </a:p>
          <a:p>
            <a:endParaRPr lang="en-US"/>
          </a:p>
          <a:p>
            <a:r>
              <a:rPr lang="en-US">
                <a:ea typeface="+mn-lt"/>
                <a:cs typeface="+mn-lt"/>
              </a:rPr>
              <a:t>Select * from Table1</a:t>
            </a:r>
            <a:endParaRPr lang="en-US"/>
          </a:p>
          <a:p>
            <a:r>
              <a:rPr lang="en-US">
                <a:ea typeface="+mn-lt"/>
                <a:cs typeface="+mn-lt"/>
              </a:rPr>
              <a:t>Inner join Table2</a:t>
            </a:r>
            <a:endParaRPr lang="en-US"/>
          </a:p>
          <a:p>
            <a:r>
              <a:rPr lang="en-US">
                <a:ea typeface="+mn-lt"/>
                <a:cs typeface="+mn-lt"/>
              </a:rPr>
              <a:t>on Table1.Column Name = Table2.Column Name</a:t>
            </a:r>
            <a:endParaRPr lang="en-US"/>
          </a:p>
          <a:p>
            <a:r>
              <a:rPr lang="en-US">
                <a:ea typeface="+mn-lt"/>
                <a:cs typeface="+mn-lt"/>
              </a:rPr>
              <a:t>Left Outer join Table3</a:t>
            </a:r>
            <a:endParaRPr lang="en-US"/>
          </a:p>
          <a:p>
            <a:r>
              <a:rPr lang="en-US">
                <a:ea typeface="+mn-lt"/>
                <a:cs typeface="+mn-lt"/>
              </a:rPr>
              <a:t>on Table2.Column name = Table3.Column Name</a:t>
            </a:r>
            <a:endParaRPr lang="en-US"/>
          </a:p>
        </p:txBody>
      </p:sp>
    </p:spTree>
    <p:extLst>
      <p:ext uri="{BB962C8B-B14F-4D97-AF65-F5344CB8AC3E}">
        <p14:creationId xmlns:p14="http://schemas.microsoft.com/office/powerpoint/2010/main" val="17894921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4E84C4"/>
        </a:solidFill>
        <a:effectLst/>
      </p:bgPr>
    </p:bg>
    <p:spTree>
      <p:nvGrpSpPr>
        <p:cNvPr id="1" name="">
          <a:extLst>
            <a:ext uri="{FF2B5EF4-FFF2-40B4-BE49-F238E27FC236}">
              <a16:creationId xmlns:a16="http://schemas.microsoft.com/office/drawing/2014/main" id="{38183BCA-8542-AFEF-9433-D3BB91B6F872}"/>
            </a:ext>
          </a:extLst>
        </p:cNvPr>
        <p:cNvGrpSpPr/>
        <p:nvPr/>
      </p:nvGrpSpPr>
      <p:grpSpPr>
        <a:xfrm>
          <a:off x="0" y="0"/>
          <a:ext cx="0" cy="0"/>
          <a:chOff x="0" y="0"/>
          <a:chExt cx="0" cy="0"/>
        </a:xfrm>
      </p:grpSpPr>
      <p:sp>
        <p:nvSpPr>
          <p:cNvPr id="17409" name="Rectangle 1">
            <a:extLst>
              <a:ext uri="{FF2B5EF4-FFF2-40B4-BE49-F238E27FC236}">
                <a16:creationId xmlns:a16="http://schemas.microsoft.com/office/drawing/2014/main" id="{AB2EDD20-D7D9-B135-FBA2-0F8EAD5C0EE0}"/>
              </a:ext>
            </a:extLst>
          </p:cNvPr>
          <p:cNvSpPr>
            <a:spLocks noChangeArrowheads="1"/>
          </p:cNvSpPr>
          <p:nvPr/>
        </p:nvSpPr>
        <p:spPr bwMode="auto">
          <a:xfrm>
            <a:off x="1905001" y="4038600"/>
            <a:ext cx="813276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410" name="Text Box 2">
            <a:extLst>
              <a:ext uri="{FF2B5EF4-FFF2-40B4-BE49-F238E27FC236}">
                <a16:creationId xmlns:a16="http://schemas.microsoft.com/office/drawing/2014/main" id="{C3640A34-3D4F-F5EF-5217-BBCBB4ED7C22}"/>
              </a:ext>
            </a:extLst>
          </p:cNvPr>
          <p:cNvSpPr txBox="1">
            <a:spLocks noChangeArrowheads="1"/>
          </p:cNvSpPr>
          <p:nvPr/>
        </p:nvSpPr>
        <p:spPr bwMode="auto">
          <a:xfrm>
            <a:off x="1803400" y="3849688"/>
            <a:ext cx="7772400" cy="671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9pPr>
          </a:lstStyle>
          <a:p>
            <a:pPr>
              <a:buClrTx/>
              <a:buFontTx/>
              <a:buNone/>
            </a:pPr>
            <a:r>
              <a:rPr lang="en-US" altLang="en-US" sz="3800">
                <a:solidFill>
                  <a:srgbClr val="FFFFFF"/>
                </a:solidFill>
                <a:latin typeface="Myriad Pro" charset="0"/>
              </a:rPr>
              <a:t> </a:t>
            </a:r>
          </a:p>
        </p:txBody>
      </p:sp>
      <p:sp>
        <p:nvSpPr>
          <p:cNvPr id="17411" name="Text Box 3">
            <a:extLst>
              <a:ext uri="{FF2B5EF4-FFF2-40B4-BE49-F238E27FC236}">
                <a16:creationId xmlns:a16="http://schemas.microsoft.com/office/drawing/2014/main" id="{2F3034B7-079A-A862-501B-2AFFF6573728}"/>
              </a:ext>
            </a:extLst>
          </p:cNvPr>
          <p:cNvSpPr txBox="1">
            <a:spLocks noChangeArrowheads="1"/>
          </p:cNvSpPr>
          <p:nvPr/>
        </p:nvSpPr>
        <p:spPr bwMode="auto">
          <a:xfrm>
            <a:off x="1866900" y="274638"/>
            <a:ext cx="8434388" cy="5199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28613">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1pPr>
            <a:lvl2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2pPr>
            <a:lvl3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3pPr>
            <a:lvl4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4pPr>
            <a:lvl5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9pPr>
          </a:lstStyle>
          <a:p>
            <a:pPr indent="-328295" algn="ctr">
              <a:spcBef>
                <a:spcPts val="400"/>
              </a:spcBef>
            </a:pPr>
            <a:r>
              <a:rPr lang="en-US" altLang="en-US" sz="3200" b="1">
                <a:solidFill>
                  <a:srgbClr val="FFFFFF"/>
                </a:solidFill>
                <a:latin typeface="Arial"/>
                <a:cs typeface="Arial"/>
              </a:rPr>
              <a:t>Normalization</a:t>
            </a:r>
            <a:endParaRPr lang="en-US"/>
          </a:p>
        </p:txBody>
      </p:sp>
    </p:spTree>
    <p:extLst>
      <p:ext uri="{BB962C8B-B14F-4D97-AF65-F5344CB8AC3E}">
        <p14:creationId xmlns:p14="http://schemas.microsoft.com/office/powerpoint/2010/main" val="391252217"/>
      </p:ext>
    </p:extLst>
  </p:cSld>
  <p:clrMapOvr>
    <a:masterClrMapping/>
  </p:clrMapOvr>
  <p:transition>
    <p:wheel spokes="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8441EAD-B220-F6A7-F8CC-C095A1BBD05A}"/>
            </a:ext>
          </a:extLst>
        </p:cNvPr>
        <p:cNvGrpSpPr/>
        <p:nvPr/>
      </p:nvGrpSpPr>
      <p:grpSpPr>
        <a:xfrm>
          <a:off x="0" y="0"/>
          <a:ext cx="0" cy="0"/>
          <a:chOff x="0" y="0"/>
          <a:chExt cx="0" cy="0"/>
        </a:xfrm>
      </p:grpSpPr>
      <p:sp>
        <p:nvSpPr>
          <p:cNvPr id="21505" name="Rectangle 1">
            <a:extLst>
              <a:ext uri="{FF2B5EF4-FFF2-40B4-BE49-F238E27FC236}">
                <a16:creationId xmlns:a16="http://schemas.microsoft.com/office/drawing/2014/main" id="{3DA4CC80-23F4-D9B9-0652-3EF87A537265}"/>
              </a:ext>
            </a:extLst>
          </p:cNvPr>
          <p:cNvSpPr>
            <a:spLocks noGrp="1" noChangeArrowheads="1"/>
          </p:cNvSpPr>
          <p:nvPr>
            <p:ph type="title" idx="4294967295"/>
          </p:nvPr>
        </p:nvSpPr>
        <p:spPr>
          <a:xfrm>
            <a:off x="1543628" y="274638"/>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Normalization</a:t>
            </a:r>
          </a:p>
        </p:txBody>
      </p:sp>
      <p:sp>
        <p:nvSpPr>
          <p:cNvPr id="21506" name="Rectangle 2">
            <a:extLst>
              <a:ext uri="{FF2B5EF4-FFF2-40B4-BE49-F238E27FC236}">
                <a16:creationId xmlns:a16="http://schemas.microsoft.com/office/drawing/2014/main" id="{AA6F7F9F-06F5-99CA-E9FE-61CD0C712AC1}"/>
              </a:ext>
            </a:extLst>
          </p:cNvPr>
          <p:cNvSpPr>
            <a:spLocks noGrp="1" noChangeArrowheads="1"/>
          </p:cNvSpPr>
          <p:nvPr>
            <p:ph type="body" idx="4294967295"/>
          </p:nvPr>
        </p:nvSpPr>
        <p:spPr>
          <a:xfrm>
            <a:off x="1428174" y="990312"/>
            <a:ext cx="9491806" cy="4804083"/>
          </a:xfrm>
          <a:ln/>
        </p:spPr>
        <p:txBody>
          <a:bodyPr/>
          <a:lstStyle/>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Normalization is the process of organizing data within a database to eliminate data anomalies, such as redundancy.</a:t>
            </a:r>
            <a:endParaRPr lang="en-US" sz="2000" noProof="1"/>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In simpler terms, it involves breaking down a large, complex table into smaller and simpler tables while maintaining data relationships.</a:t>
            </a:r>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Normalization is commonly used when dealing with large datasets.</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Scenarios where normalization is ofter used:</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Data Integrity</a:t>
            </a:r>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Efficiency querying</a:t>
            </a:r>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Storage Optimizations</a:t>
            </a:r>
          </a:p>
        </p:txBody>
      </p:sp>
    </p:spTree>
    <p:extLst>
      <p:ext uri="{BB962C8B-B14F-4D97-AF65-F5344CB8AC3E}">
        <p14:creationId xmlns:p14="http://schemas.microsoft.com/office/powerpoint/2010/main" val="3711486111"/>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8A51368-A414-5202-88DF-40594FBF0C48}"/>
            </a:ext>
          </a:extLst>
        </p:cNvPr>
        <p:cNvGrpSpPr/>
        <p:nvPr/>
      </p:nvGrpSpPr>
      <p:grpSpPr>
        <a:xfrm>
          <a:off x="0" y="0"/>
          <a:ext cx="0" cy="0"/>
          <a:chOff x="0" y="0"/>
          <a:chExt cx="0" cy="0"/>
        </a:xfrm>
      </p:grpSpPr>
      <p:sp>
        <p:nvSpPr>
          <p:cNvPr id="21505" name="Rectangle 1">
            <a:extLst>
              <a:ext uri="{FF2B5EF4-FFF2-40B4-BE49-F238E27FC236}">
                <a16:creationId xmlns:a16="http://schemas.microsoft.com/office/drawing/2014/main" id="{46D05E08-DB50-C0E1-09C2-49FAA6A57A42}"/>
              </a:ext>
            </a:extLst>
          </p:cNvPr>
          <p:cNvSpPr>
            <a:spLocks noGrp="1" noChangeArrowheads="1"/>
          </p:cNvSpPr>
          <p:nvPr>
            <p:ph type="title" idx="4294967295"/>
          </p:nvPr>
        </p:nvSpPr>
        <p:spPr>
          <a:xfrm>
            <a:off x="1543628" y="274638"/>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Normalization</a:t>
            </a:r>
          </a:p>
        </p:txBody>
      </p:sp>
      <p:sp>
        <p:nvSpPr>
          <p:cNvPr id="21506" name="Rectangle 2">
            <a:extLst>
              <a:ext uri="{FF2B5EF4-FFF2-40B4-BE49-F238E27FC236}">
                <a16:creationId xmlns:a16="http://schemas.microsoft.com/office/drawing/2014/main" id="{9A5C1AB6-C875-8844-F585-D1349A268FB0}"/>
              </a:ext>
            </a:extLst>
          </p:cNvPr>
          <p:cNvSpPr>
            <a:spLocks noGrp="1" noChangeArrowheads="1"/>
          </p:cNvSpPr>
          <p:nvPr>
            <p:ph type="body" idx="4294967295"/>
          </p:nvPr>
        </p:nvSpPr>
        <p:spPr>
          <a:xfrm>
            <a:off x="1541445" y="969719"/>
            <a:ext cx="9491806" cy="4917354"/>
          </a:xfrm>
          <a:ln/>
        </p:spPr>
        <p:txBody>
          <a:bodyPr/>
          <a:lstStyle/>
          <a:p>
            <a:pPr marL="9525" indent="0">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noProof="1"/>
              <a:t>Why is normalization in SQL important?</a:t>
            </a:r>
            <a:endParaRPr lang="en-US"/>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Reduces Redundancy</a:t>
            </a:r>
            <a:endParaRPr lang="en-US" sz="2000" noProof="1"/>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Improves query performance</a:t>
            </a:r>
            <a:endParaRPr lang="en-US"/>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Minimize update anomalies</a:t>
            </a:r>
            <a:endParaRPr lang="en-US"/>
          </a:p>
          <a:p>
            <a:pPr indent="-33337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Enhances data integrity</a:t>
            </a:r>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indent="-333375">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What causes the need of normalization?</a:t>
            </a:r>
            <a:endParaRPr lang="en-US"/>
          </a:p>
          <a:p>
            <a:pPr indent="-333375">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b="1" noProof="1"/>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Insertion, Deletion, and update anomalies</a:t>
            </a:r>
            <a:endParaRPr lang="en-US"/>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Difficulties in managing relationships</a:t>
            </a:r>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Partial dependencies</a:t>
            </a:r>
            <a:endParaRPr lang="en-US"/>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Transitive dependencies</a:t>
            </a:r>
          </a:p>
        </p:txBody>
      </p:sp>
    </p:spTree>
    <p:extLst>
      <p:ext uri="{BB962C8B-B14F-4D97-AF65-F5344CB8AC3E}">
        <p14:creationId xmlns:p14="http://schemas.microsoft.com/office/powerpoint/2010/main" val="1080905988"/>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763EF38-8D2F-8B64-A950-E29965E6BF91}"/>
            </a:ext>
          </a:extLst>
        </p:cNvPr>
        <p:cNvGrpSpPr/>
        <p:nvPr/>
      </p:nvGrpSpPr>
      <p:grpSpPr>
        <a:xfrm>
          <a:off x="0" y="0"/>
          <a:ext cx="0" cy="0"/>
          <a:chOff x="0" y="0"/>
          <a:chExt cx="0" cy="0"/>
        </a:xfrm>
      </p:grpSpPr>
      <p:sp>
        <p:nvSpPr>
          <p:cNvPr id="21505" name="Rectangle 1">
            <a:extLst>
              <a:ext uri="{FF2B5EF4-FFF2-40B4-BE49-F238E27FC236}">
                <a16:creationId xmlns:a16="http://schemas.microsoft.com/office/drawing/2014/main" id="{4DC25559-7596-AB21-6746-436C43A24C8B}"/>
              </a:ext>
            </a:extLst>
          </p:cNvPr>
          <p:cNvSpPr>
            <a:spLocks noGrp="1" noChangeArrowheads="1"/>
          </p:cNvSpPr>
          <p:nvPr>
            <p:ph type="title" idx="4294967295"/>
          </p:nvPr>
        </p:nvSpPr>
        <p:spPr>
          <a:xfrm>
            <a:off x="1543628" y="274638"/>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Normalization</a:t>
            </a:r>
          </a:p>
        </p:txBody>
      </p:sp>
      <p:sp>
        <p:nvSpPr>
          <p:cNvPr id="21506" name="Rectangle 2">
            <a:extLst>
              <a:ext uri="{FF2B5EF4-FFF2-40B4-BE49-F238E27FC236}">
                <a16:creationId xmlns:a16="http://schemas.microsoft.com/office/drawing/2014/main" id="{685FAF3F-4F56-2ED5-789A-729BCC34EFDC}"/>
              </a:ext>
            </a:extLst>
          </p:cNvPr>
          <p:cNvSpPr>
            <a:spLocks noGrp="1" noChangeArrowheads="1"/>
          </p:cNvSpPr>
          <p:nvPr>
            <p:ph type="body" idx="4294967295"/>
          </p:nvPr>
        </p:nvSpPr>
        <p:spPr>
          <a:xfrm>
            <a:off x="1541445" y="969719"/>
            <a:ext cx="9491806" cy="427733"/>
          </a:xfrm>
          <a:ln/>
        </p:spPr>
        <p:txBody>
          <a:bodyPr/>
          <a:lstStyle/>
          <a:p>
            <a:pPr marL="9525" indent="0">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noProof="1"/>
              <a:t>Different types of Database Normalization</a:t>
            </a:r>
            <a:endParaRPr lang="en-US"/>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p:txBody>
      </p:sp>
      <p:pic>
        <p:nvPicPr>
          <p:cNvPr id="2" name="Picture 1" descr="A diagram of a normalization&#10;&#10;AI-generated content may be incorrect.">
            <a:extLst>
              <a:ext uri="{FF2B5EF4-FFF2-40B4-BE49-F238E27FC236}">
                <a16:creationId xmlns:a16="http://schemas.microsoft.com/office/drawing/2014/main" id="{E3FD1380-BCCB-1872-95C2-EA413A7DB993}"/>
              </a:ext>
            </a:extLst>
          </p:cNvPr>
          <p:cNvPicPr>
            <a:picLocks noChangeAspect="1"/>
          </p:cNvPicPr>
          <p:nvPr/>
        </p:nvPicPr>
        <p:blipFill>
          <a:blip r:embed="rId3"/>
          <a:stretch>
            <a:fillRect/>
          </a:stretch>
        </p:blipFill>
        <p:spPr>
          <a:xfrm>
            <a:off x="1544337" y="1405709"/>
            <a:ext cx="9309271" cy="4839472"/>
          </a:xfrm>
          <a:prstGeom prst="rect">
            <a:avLst/>
          </a:prstGeom>
        </p:spPr>
      </p:pic>
    </p:spTree>
    <p:extLst>
      <p:ext uri="{BB962C8B-B14F-4D97-AF65-F5344CB8AC3E}">
        <p14:creationId xmlns:p14="http://schemas.microsoft.com/office/powerpoint/2010/main" val="827871991"/>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E75284-E840-0263-71C4-CB7F910FA6FB}"/>
            </a:ext>
          </a:extLst>
        </p:cNvPr>
        <p:cNvGrpSpPr/>
        <p:nvPr/>
      </p:nvGrpSpPr>
      <p:grpSpPr>
        <a:xfrm>
          <a:off x="0" y="0"/>
          <a:ext cx="0" cy="0"/>
          <a:chOff x="0" y="0"/>
          <a:chExt cx="0" cy="0"/>
        </a:xfrm>
      </p:grpSpPr>
      <p:sp>
        <p:nvSpPr>
          <p:cNvPr id="21505" name="Rectangle 1">
            <a:extLst>
              <a:ext uri="{FF2B5EF4-FFF2-40B4-BE49-F238E27FC236}">
                <a16:creationId xmlns:a16="http://schemas.microsoft.com/office/drawing/2014/main" id="{AE7F81BC-E7E7-564B-34BF-7BCC8F358DBD}"/>
              </a:ext>
            </a:extLst>
          </p:cNvPr>
          <p:cNvSpPr>
            <a:spLocks noGrp="1" noChangeArrowheads="1"/>
          </p:cNvSpPr>
          <p:nvPr>
            <p:ph type="title" idx="4294967295"/>
          </p:nvPr>
        </p:nvSpPr>
        <p:spPr>
          <a:xfrm>
            <a:off x="1543628" y="274638"/>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Normalization</a:t>
            </a:r>
          </a:p>
        </p:txBody>
      </p:sp>
      <p:sp>
        <p:nvSpPr>
          <p:cNvPr id="21506" name="Rectangle 2">
            <a:extLst>
              <a:ext uri="{FF2B5EF4-FFF2-40B4-BE49-F238E27FC236}">
                <a16:creationId xmlns:a16="http://schemas.microsoft.com/office/drawing/2014/main" id="{C64F6A2D-812D-F5D1-C631-E740ED34F694}"/>
              </a:ext>
            </a:extLst>
          </p:cNvPr>
          <p:cNvSpPr>
            <a:spLocks noGrp="1" noChangeArrowheads="1"/>
          </p:cNvSpPr>
          <p:nvPr>
            <p:ph type="body" idx="4294967295"/>
          </p:nvPr>
        </p:nvSpPr>
        <p:spPr>
          <a:xfrm>
            <a:off x="1541445" y="969719"/>
            <a:ext cx="9491806" cy="4351003"/>
          </a:xfrm>
          <a:ln/>
        </p:spPr>
        <p:txBody>
          <a:bodyPr/>
          <a:lstStyle/>
          <a:p>
            <a:pPr marL="9525" indent="0">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noProof="1"/>
              <a:t>First Normal Form (1NF)</a:t>
            </a:r>
            <a:endParaRPr lang="en-US"/>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This normalization level ensures that each column in your data contains only atomic values.</a:t>
            </a:r>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Atomic values in this context means that each entry in a column in indivisible.</a:t>
            </a:r>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It is like saying that each cell in spreadsheet should hold just one piece of information.</a:t>
            </a:r>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1NF ensures atomicity of data, with each column cell containing only a single value and each column having unique names.</a:t>
            </a:r>
          </a:p>
        </p:txBody>
      </p:sp>
    </p:spTree>
    <p:extLst>
      <p:ext uri="{BB962C8B-B14F-4D97-AF65-F5344CB8AC3E}">
        <p14:creationId xmlns:p14="http://schemas.microsoft.com/office/powerpoint/2010/main" val="1444092478"/>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3B71606-2CD6-F318-CFA6-37E5D9E17EB2}"/>
            </a:ext>
          </a:extLst>
        </p:cNvPr>
        <p:cNvGrpSpPr/>
        <p:nvPr/>
      </p:nvGrpSpPr>
      <p:grpSpPr>
        <a:xfrm>
          <a:off x="0" y="0"/>
          <a:ext cx="0" cy="0"/>
          <a:chOff x="0" y="0"/>
          <a:chExt cx="0" cy="0"/>
        </a:xfrm>
      </p:grpSpPr>
      <p:sp>
        <p:nvSpPr>
          <p:cNvPr id="21505" name="Rectangle 1">
            <a:extLst>
              <a:ext uri="{FF2B5EF4-FFF2-40B4-BE49-F238E27FC236}">
                <a16:creationId xmlns:a16="http://schemas.microsoft.com/office/drawing/2014/main" id="{4403D352-1EE3-DBF6-405A-03A687AFD1A5}"/>
              </a:ext>
            </a:extLst>
          </p:cNvPr>
          <p:cNvSpPr>
            <a:spLocks noGrp="1" noChangeArrowheads="1"/>
          </p:cNvSpPr>
          <p:nvPr>
            <p:ph type="title" idx="4294967295"/>
          </p:nvPr>
        </p:nvSpPr>
        <p:spPr>
          <a:xfrm>
            <a:off x="1543628" y="274638"/>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Normalization</a:t>
            </a:r>
          </a:p>
        </p:txBody>
      </p:sp>
      <p:sp>
        <p:nvSpPr>
          <p:cNvPr id="21506" name="Rectangle 2">
            <a:extLst>
              <a:ext uri="{FF2B5EF4-FFF2-40B4-BE49-F238E27FC236}">
                <a16:creationId xmlns:a16="http://schemas.microsoft.com/office/drawing/2014/main" id="{ABDD50B9-E971-A194-BC69-425FFF6458F3}"/>
              </a:ext>
            </a:extLst>
          </p:cNvPr>
          <p:cNvSpPr>
            <a:spLocks noGrp="1" noChangeArrowheads="1"/>
          </p:cNvSpPr>
          <p:nvPr>
            <p:ph type="body" idx="4294967295"/>
          </p:nvPr>
        </p:nvSpPr>
        <p:spPr>
          <a:xfrm>
            <a:off x="1541445" y="969719"/>
            <a:ext cx="9491806" cy="5154192"/>
          </a:xfrm>
          <a:ln/>
        </p:spPr>
        <p:txBody>
          <a:bodyPr/>
          <a:lstStyle/>
          <a:p>
            <a:pPr marL="9525" indent="0">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noProof="1"/>
              <a:t>Second Normal Form (2NF)</a:t>
            </a:r>
            <a:endParaRPr lang="en-US"/>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Eliminating the partial dependencies by ensuring that non-key attributes depends only on the primary key.</a:t>
            </a:r>
            <a:endParaRPr lang="en-US"/>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There should be a direct relationship between each column and the primary key, and not between other columns.</a:t>
            </a:r>
            <a:endParaRPr lang="en-US"/>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marL="9525"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Third Normal Form (3NF)</a:t>
            </a:r>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Removes transitive dependencies by ensuring tha non-key attributes depends only on the primary key.</a:t>
            </a:r>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This level of normalization builds on 2NF.</a:t>
            </a:r>
          </a:p>
        </p:txBody>
      </p:sp>
    </p:spTree>
    <p:extLst>
      <p:ext uri="{BB962C8B-B14F-4D97-AF65-F5344CB8AC3E}">
        <p14:creationId xmlns:p14="http://schemas.microsoft.com/office/powerpoint/2010/main" val="4105492371"/>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1DE68C0-5995-B3AB-3FB0-1E85C5804921}"/>
            </a:ext>
          </a:extLst>
        </p:cNvPr>
        <p:cNvGrpSpPr/>
        <p:nvPr/>
      </p:nvGrpSpPr>
      <p:grpSpPr>
        <a:xfrm>
          <a:off x="0" y="0"/>
          <a:ext cx="0" cy="0"/>
          <a:chOff x="0" y="0"/>
          <a:chExt cx="0" cy="0"/>
        </a:xfrm>
      </p:grpSpPr>
      <p:sp>
        <p:nvSpPr>
          <p:cNvPr id="21505" name="Rectangle 1">
            <a:extLst>
              <a:ext uri="{FF2B5EF4-FFF2-40B4-BE49-F238E27FC236}">
                <a16:creationId xmlns:a16="http://schemas.microsoft.com/office/drawing/2014/main" id="{90BCFC7D-4AEB-8EA0-1686-7BFC61101E83}"/>
              </a:ext>
            </a:extLst>
          </p:cNvPr>
          <p:cNvSpPr>
            <a:spLocks noGrp="1" noChangeArrowheads="1"/>
          </p:cNvSpPr>
          <p:nvPr>
            <p:ph type="title" idx="4294967295"/>
          </p:nvPr>
        </p:nvSpPr>
        <p:spPr>
          <a:xfrm>
            <a:off x="1543628" y="274638"/>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Normalization</a:t>
            </a:r>
          </a:p>
        </p:txBody>
      </p:sp>
      <p:sp>
        <p:nvSpPr>
          <p:cNvPr id="21506" name="Rectangle 2">
            <a:extLst>
              <a:ext uri="{FF2B5EF4-FFF2-40B4-BE49-F238E27FC236}">
                <a16:creationId xmlns:a16="http://schemas.microsoft.com/office/drawing/2014/main" id="{B5657112-BAE6-51B0-1FB0-DADE49F21672}"/>
              </a:ext>
            </a:extLst>
          </p:cNvPr>
          <p:cNvSpPr>
            <a:spLocks noGrp="1" noChangeArrowheads="1"/>
          </p:cNvSpPr>
          <p:nvPr>
            <p:ph type="body" idx="4294967295"/>
          </p:nvPr>
        </p:nvSpPr>
        <p:spPr>
          <a:xfrm>
            <a:off x="1541445" y="1546368"/>
            <a:ext cx="9491806" cy="3764057"/>
          </a:xfrm>
          <a:ln/>
        </p:spPr>
        <p:txBody>
          <a:bodyPr/>
          <a:lstStyle/>
          <a:p>
            <a:pPr marL="9525" indent="0">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noProof="1"/>
              <a:t>Boyce-Codd Normal Form (BCNF)</a:t>
            </a:r>
            <a:endParaRPr lang="en-US"/>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This is more strict verison of 3NF that address additional anomalies.</a:t>
            </a:r>
            <a:endParaRPr lang="en-US"/>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At this normalization level, every determinant is a candidate key.</a:t>
            </a:r>
            <a:endParaRPr lang="en-US"/>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marL="9525" indent="0">
              <a:buClrTx/>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b="1" noProof="1"/>
              <a:t>Fourth Normal Form (4NF)</a:t>
            </a:r>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This is the level that builds on BCNF by dealing with multi-valued dependencies.</a:t>
            </a:r>
            <a:endParaRPr lang="en-US"/>
          </a:p>
        </p:txBody>
      </p:sp>
    </p:spTree>
    <p:extLst>
      <p:ext uri="{BB962C8B-B14F-4D97-AF65-F5344CB8AC3E}">
        <p14:creationId xmlns:p14="http://schemas.microsoft.com/office/powerpoint/2010/main" val="1524801426"/>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81319A8-63C9-3718-DF72-18610AAD6896}"/>
            </a:ext>
          </a:extLst>
        </p:cNvPr>
        <p:cNvGrpSpPr/>
        <p:nvPr/>
      </p:nvGrpSpPr>
      <p:grpSpPr>
        <a:xfrm>
          <a:off x="0" y="0"/>
          <a:ext cx="0" cy="0"/>
          <a:chOff x="0" y="0"/>
          <a:chExt cx="0" cy="0"/>
        </a:xfrm>
      </p:grpSpPr>
      <p:sp>
        <p:nvSpPr>
          <p:cNvPr id="21505" name="Rectangle 1">
            <a:extLst>
              <a:ext uri="{FF2B5EF4-FFF2-40B4-BE49-F238E27FC236}">
                <a16:creationId xmlns:a16="http://schemas.microsoft.com/office/drawing/2014/main" id="{251B71BD-BDA9-B3C6-CD1E-2F327DF23C31}"/>
              </a:ext>
            </a:extLst>
          </p:cNvPr>
          <p:cNvSpPr>
            <a:spLocks noGrp="1" noChangeArrowheads="1"/>
          </p:cNvSpPr>
          <p:nvPr>
            <p:ph type="title" idx="4294967295"/>
          </p:nvPr>
        </p:nvSpPr>
        <p:spPr>
          <a:xfrm>
            <a:off x="1543628" y="274638"/>
            <a:ext cx="8429625" cy="582612"/>
          </a:xfrm>
          <a:ln/>
        </p:spPr>
        <p:txBody>
          <a:bodyPr/>
          <a:lstStyle/>
          <a:p>
            <a:pPr>
              <a:buClr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t>Normalization</a:t>
            </a:r>
          </a:p>
        </p:txBody>
      </p:sp>
      <p:sp>
        <p:nvSpPr>
          <p:cNvPr id="21506" name="Rectangle 2">
            <a:extLst>
              <a:ext uri="{FF2B5EF4-FFF2-40B4-BE49-F238E27FC236}">
                <a16:creationId xmlns:a16="http://schemas.microsoft.com/office/drawing/2014/main" id="{FC6E8022-3315-A7C5-1CFA-B99852917ACB}"/>
              </a:ext>
            </a:extLst>
          </p:cNvPr>
          <p:cNvSpPr>
            <a:spLocks noGrp="1" noChangeArrowheads="1"/>
          </p:cNvSpPr>
          <p:nvPr>
            <p:ph type="body" idx="4294967295"/>
          </p:nvPr>
        </p:nvSpPr>
        <p:spPr>
          <a:xfrm>
            <a:off x="1541445" y="1917071"/>
            <a:ext cx="9491806" cy="2332733"/>
          </a:xfrm>
          <a:ln/>
        </p:spPr>
        <p:txBody>
          <a:bodyPr/>
          <a:lstStyle/>
          <a:p>
            <a:pPr marL="9525" indent="0">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000" b="1" noProof="1"/>
              <a:t>Fifth Normal Form (5NF)</a:t>
            </a:r>
            <a:endParaRPr lang="en-US"/>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5NF is the highest normalization level that address join dependencies.</a:t>
            </a:r>
            <a:endParaRPr lang="en-US"/>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altLang="en-US" sz="2000" noProof="1"/>
          </a:p>
          <a:p>
            <a:pPr marL="352425">
              <a:buClrTx/>
              <a:buFont typeface="Arial" panose="02020603050405020304" pitchFamily="18"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altLang="en-US" sz="2000" noProof="1"/>
              <a:t>It is used in specific scenarios to further minimize redundancy by breaking a table into smaller tables.</a:t>
            </a:r>
            <a:endParaRPr lang="en-US"/>
          </a:p>
        </p:txBody>
      </p:sp>
    </p:spTree>
    <p:extLst>
      <p:ext uri="{BB962C8B-B14F-4D97-AF65-F5344CB8AC3E}">
        <p14:creationId xmlns:p14="http://schemas.microsoft.com/office/powerpoint/2010/main" val="4087549108"/>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4E84C4"/>
        </a:solidFill>
        <a:effectLst/>
      </p:bgPr>
    </p:bg>
    <p:spTree>
      <p:nvGrpSpPr>
        <p:cNvPr id="1" name="">
          <a:extLst>
            <a:ext uri="{FF2B5EF4-FFF2-40B4-BE49-F238E27FC236}">
              <a16:creationId xmlns:a16="http://schemas.microsoft.com/office/drawing/2014/main" id="{E5218AEF-79EE-C93F-F08A-CA05A034A713}"/>
            </a:ext>
          </a:extLst>
        </p:cNvPr>
        <p:cNvGrpSpPr/>
        <p:nvPr/>
      </p:nvGrpSpPr>
      <p:grpSpPr>
        <a:xfrm>
          <a:off x="0" y="0"/>
          <a:ext cx="0" cy="0"/>
          <a:chOff x="0" y="0"/>
          <a:chExt cx="0" cy="0"/>
        </a:xfrm>
      </p:grpSpPr>
      <p:sp>
        <p:nvSpPr>
          <p:cNvPr id="17409" name="Rectangle 1">
            <a:extLst>
              <a:ext uri="{FF2B5EF4-FFF2-40B4-BE49-F238E27FC236}">
                <a16:creationId xmlns:a16="http://schemas.microsoft.com/office/drawing/2014/main" id="{600A88F5-A6FA-EE43-ECE2-BA1E4A42EB58}"/>
              </a:ext>
            </a:extLst>
          </p:cNvPr>
          <p:cNvSpPr>
            <a:spLocks noChangeArrowheads="1"/>
          </p:cNvSpPr>
          <p:nvPr/>
        </p:nvSpPr>
        <p:spPr bwMode="auto">
          <a:xfrm>
            <a:off x="1905001" y="4038600"/>
            <a:ext cx="813276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410" name="Text Box 2">
            <a:extLst>
              <a:ext uri="{FF2B5EF4-FFF2-40B4-BE49-F238E27FC236}">
                <a16:creationId xmlns:a16="http://schemas.microsoft.com/office/drawing/2014/main" id="{38FF195F-25DD-7F4D-252B-07EEDB50582C}"/>
              </a:ext>
            </a:extLst>
          </p:cNvPr>
          <p:cNvSpPr txBox="1">
            <a:spLocks noChangeArrowheads="1"/>
          </p:cNvSpPr>
          <p:nvPr/>
        </p:nvSpPr>
        <p:spPr bwMode="auto">
          <a:xfrm>
            <a:off x="1803400" y="3849688"/>
            <a:ext cx="7772400" cy="671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cs typeface="Arial" panose="020B0604020202020204" pitchFamily="34" charset="0"/>
              </a:defRPr>
            </a:lvl9pPr>
          </a:lstStyle>
          <a:p>
            <a:pPr>
              <a:buClrTx/>
              <a:buFontTx/>
              <a:buNone/>
            </a:pPr>
            <a:r>
              <a:rPr lang="en-US" altLang="en-US" sz="3800">
                <a:solidFill>
                  <a:srgbClr val="FFFFFF"/>
                </a:solidFill>
                <a:latin typeface="Myriad Pro" charset="0"/>
              </a:rPr>
              <a:t> </a:t>
            </a:r>
          </a:p>
        </p:txBody>
      </p:sp>
      <p:sp>
        <p:nvSpPr>
          <p:cNvPr id="17411" name="Text Box 3">
            <a:extLst>
              <a:ext uri="{FF2B5EF4-FFF2-40B4-BE49-F238E27FC236}">
                <a16:creationId xmlns:a16="http://schemas.microsoft.com/office/drawing/2014/main" id="{D5697CA4-1715-AD42-1F12-661BBA6A5813}"/>
              </a:ext>
            </a:extLst>
          </p:cNvPr>
          <p:cNvSpPr txBox="1">
            <a:spLocks noChangeArrowheads="1"/>
          </p:cNvSpPr>
          <p:nvPr/>
        </p:nvSpPr>
        <p:spPr bwMode="auto">
          <a:xfrm>
            <a:off x="1866900" y="274638"/>
            <a:ext cx="8434388" cy="5199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28613">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1pPr>
            <a:lvl2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2pPr>
            <a:lvl3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3pPr>
            <a:lvl4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4pPr>
            <a:lvl5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000000"/>
                </a:solidFill>
                <a:latin typeface="Arial" panose="020B0604020202020204" pitchFamily="34" charset="0"/>
                <a:cs typeface="Arial" panose="020B0604020202020204" pitchFamily="34" charset="0"/>
              </a:defRPr>
            </a:lvl9pPr>
          </a:lstStyle>
          <a:p>
            <a:pPr indent="-328295" algn="ctr">
              <a:spcBef>
                <a:spcPts val="400"/>
              </a:spcBef>
            </a:pPr>
            <a:r>
              <a:rPr lang="en-US" altLang="en-US" sz="3200" b="1">
                <a:solidFill>
                  <a:srgbClr val="FFFFFF"/>
                </a:solidFill>
                <a:latin typeface="Arial"/>
                <a:cs typeface="Arial"/>
              </a:rPr>
              <a:t>Thank You</a:t>
            </a:r>
            <a:endParaRPr lang="en-US"/>
          </a:p>
        </p:txBody>
      </p:sp>
    </p:spTree>
    <p:extLst>
      <p:ext uri="{BB962C8B-B14F-4D97-AF65-F5344CB8AC3E}">
        <p14:creationId xmlns:p14="http://schemas.microsoft.com/office/powerpoint/2010/main" val="3427280926"/>
      </p:ext>
    </p:extLst>
  </p:cSld>
  <p:clrMapOvr>
    <a:masterClrMapping/>
  </p:clrMapOvr>
  <p:transition>
    <p:wheel spokes="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Myriad Pro"/>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Arial" panose="020B0604020202020204" pitchFamily="34" charset="0"/>
            <a:cs typeface="Arial" panose="020B0604020202020204" pitchFamily="34"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Myriad Pro"/>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Arial" panose="020B0604020202020204" pitchFamily="34" charset="0"/>
            <a:cs typeface="Arial" panose="020B0604020202020204" pitchFamily="34"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62</Slides>
  <Notes>52</Notes>
  <HiddenSlides>0</HiddenSlides>
  <ScaleCrop>false</ScaleCrop>
  <HeadingPairs>
    <vt:vector size="4" baseType="variant">
      <vt:variant>
        <vt:lpstr>Theme</vt:lpstr>
      </vt:variant>
      <vt:variant>
        <vt:i4>2</vt:i4>
      </vt:variant>
      <vt:variant>
        <vt:lpstr>Slide Titles</vt:lpstr>
      </vt:variant>
      <vt:variant>
        <vt:i4>62</vt:i4>
      </vt:variant>
    </vt:vector>
  </HeadingPairs>
  <TitlesOfParts>
    <vt:vector size="64" baseType="lpstr">
      <vt:lpstr>Office Theme</vt:lpstr>
      <vt:lpstr>Office Theme</vt:lpstr>
      <vt:lpstr>PowerPoint Presentation</vt:lpstr>
      <vt:lpstr>Agenda</vt:lpstr>
      <vt:lpstr>What is Data Base</vt:lpstr>
      <vt:lpstr>What is Data Base Management System (DBMS)</vt:lpstr>
      <vt:lpstr>History of Data Base</vt:lpstr>
      <vt:lpstr>Why do we need Database Management</vt:lpstr>
      <vt:lpstr>SQL</vt:lpstr>
      <vt:lpstr>Classification of SQL</vt:lpstr>
      <vt:lpstr>DATA DEFINITION LANGUAGE (DDL)</vt:lpstr>
      <vt:lpstr>DATA MANIPULATION LANGAUGE (DML)</vt:lpstr>
      <vt:lpstr>DATA QUERY LANGUAGE (DQL)</vt:lpstr>
      <vt:lpstr>DATA CONTROL LANGAUGE (DCL)</vt:lpstr>
      <vt:lpstr>TRANSACTIONAL CONTROL LANGUAGE (TCL)</vt:lpstr>
      <vt:lpstr>SQL Data Types</vt:lpstr>
      <vt:lpstr>Character Data Types</vt:lpstr>
      <vt:lpstr>Numeric Data Types</vt:lpstr>
      <vt:lpstr>Date and Time Data Types</vt:lpstr>
      <vt:lpstr>PowerPoint Presentation</vt:lpstr>
      <vt:lpstr>CREATE COMMAND</vt:lpstr>
      <vt:lpstr>DROP COMMAND</vt:lpstr>
      <vt:lpstr>RENAME COMMAND</vt:lpstr>
      <vt:lpstr>ALTER Command</vt:lpstr>
      <vt:lpstr>PowerPoint Presentation</vt:lpstr>
      <vt:lpstr>INSERT COMMAND</vt:lpstr>
      <vt:lpstr>UPDATE COMMAND</vt:lpstr>
      <vt:lpstr>DELETE COMMAND</vt:lpstr>
      <vt:lpstr>PowerPoint Presentation</vt:lpstr>
      <vt:lpstr>SELECT COMMAND</vt:lpstr>
      <vt:lpstr>PowerPoint Presentation</vt:lpstr>
      <vt:lpstr>Comparison Operators</vt:lpstr>
      <vt:lpstr>AND</vt:lpstr>
      <vt:lpstr>PowerPoint Presentation</vt:lpstr>
      <vt:lpstr>Aggregate Operators</vt:lpstr>
      <vt:lpstr>Pattern Matching Operators</vt:lpstr>
      <vt:lpstr>IN Operator &amp; NOT IN Operator</vt:lpstr>
      <vt:lpstr>BETWEEN Operator &amp; NOT BETWEEN Operator</vt:lpstr>
      <vt:lpstr>PowerPoint Presentation</vt:lpstr>
      <vt:lpstr>Constraints in SQL</vt:lpstr>
      <vt:lpstr>Constraints in SQL</vt:lpstr>
      <vt:lpstr>Constraints in SQL</vt:lpstr>
      <vt:lpstr>ALTER Command on CONSTRAINTS</vt:lpstr>
      <vt:lpstr>PowerPoint Presentation</vt:lpstr>
      <vt:lpstr>FROM</vt:lpstr>
      <vt:lpstr>ORDER BY</vt:lpstr>
      <vt:lpstr>GROUP BY</vt:lpstr>
      <vt:lpstr>HAVING</vt:lpstr>
      <vt:lpstr>PowerPoint Presentation</vt:lpstr>
      <vt:lpstr>SQL Joins</vt:lpstr>
      <vt:lpstr>LEFT JOIN</vt:lpstr>
      <vt:lpstr>RIGHT JOIN</vt:lpstr>
      <vt:lpstr>FULL OUTER JOIN</vt:lpstr>
      <vt:lpstr>SELF JOIN</vt:lpstr>
      <vt:lpstr>Join Three tables with different joins</vt:lpstr>
      <vt:lpstr>PowerPoint Presentation</vt:lpstr>
      <vt:lpstr>Normalization</vt:lpstr>
      <vt:lpstr>Normalization</vt:lpstr>
      <vt:lpstr>Normalization</vt:lpstr>
      <vt:lpstr>Normalization</vt:lpstr>
      <vt:lpstr>Normalization</vt:lpstr>
      <vt:lpstr>Normalization</vt:lpstr>
      <vt:lpstr>Normalization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16</cp:revision>
  <dcterms:created xsi:type="dcterms:W3CDTF">2023-03-23T08:58:28Z</dcterms:created>
  <dcterms:modified xsi:type="dcterms:W3CDTF">2026-05-18T16:33:00Z</dcterms:modified>
</cp:coreProperties>
</file>