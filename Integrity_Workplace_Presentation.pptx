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Practice Integrity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Presentation</a:t>
            </a:r>
          </a:p>
          <a:p>
            <a:r>
              <a:t>Integrity, Ethics, and Professional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Integrity?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Integrity means doing the right thing even when nobody is watching.</a:t>
            </a:r>
          </a:p>
          <a:p/>
          <a:p>
            <a:r>
              <a:t>Key values:</a:t>
            </a:r>
          </a:p>
          <a:p>
            <a:r>
              <a:t>- Honesty</a:t>
            </a:r>
          </a:p>
          <a:p>
            <a:r>
              <a:t>- Responsibility</a:t>
            </a:r>
          </a:p>
          <a:p>
            <a:r>
              <a:t>- Accountability</a:t>
            </a:r>
          </a:p>
          <a:p>
            <a:r>
              <a:t>- Respect</a:t>
            </a:r>
          </a:p>
          <a:p/>
          <a:p>
            <a:r>
              <a:t>Example: Completing tasks sincerely without supervision.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is Integrity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Builds trust among employees</a:t>
            </a:r>
          </a:p>
          <a:p>
            <a:r>
              <a:t>- Reduces conflicts</a:t>
            </a:r>
          </a:p>
          <a:p>
            <a:r>
              <a:t>- Improves work culture</a:t>
            </a:r>
          </a:p>
          <a:p>
            <a:r>
              <a:t>- Enhances teamwork</a:t>
            </a:r>
          </a:p>
          <a:p/>
          <a:p>
            <a:r>
              <a:t>Example: Honest employees are trusted with critical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Integrity Matters to the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Builds customer trust</a:t>
            </a:r>
          </a:p>
          <a:p>
            <a:r>
              <a:t>- Improves company reputation</a:t>
            </a:r>
          </a:p>
          <a:p>
            <a:r>
              <a:t>- Reduces risks</a:t>
            </a:r>
          </a:p>
          <a:p>
            <a:r>
              <a:t>- Supports long-term growth</a:t>
            </a:r>
          </a:p>
          <a:p/>
          <a:p>
            <a:r>
              <a:t>Example: Correcting mistakes strengthens customer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 1: Be Honest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Always tell the truth</a:t>
            </a:r>
          </a:p>
          <a:p>
            <a:r>
              <a:t>- Do not hide mistakes</a:t>
            </a:r>
          </a:p>
          <a:p/>
          <a:p>
            <a:r>
              <a:t>Example:</a:t>
            </a:r>
          </a:p>
          <a:p>
            <a:r>
              <a:t>Report deleted files immediately and take corrective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 2: Take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Accept mistakes</a:t>
            </a:r>
          </a:p>
          <a:p>
            <a:r>
              <a:t>- Avoid blaming others</a:t>
            </a:r>
          </a:p>
          <a:p>
            <a:r>
              <a:t>- Focus on solutions</a:t>
            </a:r>
          </a:p>
          <a:p/>
          <a:p>
            <a:r>
              <a:t>Example: Correct wrong emails and apologize professionally.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 3: Be Punctual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Respect time</a:t>
            </a:r>
          </a:p>
          <a:p>
            <a:r>
              <a:t>- Meet deadlines</a:t>
            </a:r>
          </a:p>
          <a:p>
            <a:r>
              <a:t>- Be consistent</a:t>
            </a:r>
          </a:p>
          <a:p/>
          <a:p>
            <a:r>
              <a:t>Example: On-time employees receive better opportunities.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 4: Follow Company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Follow policies</a:t>
            </a:r>
          </a:p>
          <a:p>
            <a:r>
              <a:t>- Protect resources</a:t>
            </a:r>
          </a:p>
          <a:p>
            <a:r>
              <a:t>- Maintain confidentiality</a:t>
            </a:r>
          </a:p>
          <a:p/>
          <a:p>
            <a:r>
              <a:t>Example: Do not share customer data with outsiders.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 5: Give Credit to 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Appreciate team contributions</a:t>
            </a:r>
          </a:p>
          <a:p>
            <a:r>
              <a:t>- Avoid taking full credit</a:t>
            </a:r>
          </a:p>
          <a:p/>
          <a:p>
            <a:r>
              <a:t>Example: Acknowledge team effort in project success.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 6: Avoid Cheating &amp; Protect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 your own work</a:t>
            </a:r>
          </a:p>
          <a:p>
            <a:r>
              <a:t>- Avoid plagiarism</a:t>
            </a:r>
          </a:p>
          <a:p>
            <a:r>
              <a:t>- Protect sensitive information</a:t>
            </a:r>
          </a:p>
          <a:p/>
          <a:p>
            <a:r>
              <a:t>Example: Do not share passwords or confidential documents.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Situation: Task is 70% complete</a:t>
            </a:r>
          </a:p>
          <a:p/>
          <a:p>
            <a:r>
              <a:t>Wrong: Say it is finished</a:t>
            </a:r>
          </a:p>
          <a:p>
            <a:r>
              <a:t>Right: Give honest update and timeline</a:t>
            </a:r>
          </a:p>
          <a:p/>
          <a:p>
            <a:r>
              <a:t>Result: Builds manager trust.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Builds trust and credibility</a:t>
            </a:r>
          </a:p>
          <a:p>
            <a:r>
              <a:t>- Supports career growth</a:t>
            </a:r>
          </a:p>
          <a:p>
            <a:r>
              <a:t>- Improves teamwork</a:t>
            </a:r>
          </a:p>
          <a:p>
            <a:r>
              <a:t>- Leads to leadership opportunities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 honest</a:t>
            </a:r>
          </a:p>
          <a:p>
            <a:r>
              <a:t>- Take responsibility</a:t>
            </a:r>
          </a:p>
          <a:p>
            <a:r>
              <a:t>- Follow rules</a:t>
            </a:r>
          </a:p>
          <a:p>
            <a:r>
              <a:t>- Respect others</a:t>
            </a:r>
          </a:p>
          <a:p>
            <a:r>
              <a:t>- Work sincerely</a:t>
            </a:r>
          </a:p>
          <a:p/>
          <a:p>
            <a:r>
              <a:t>Integrity is a daily habit.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Sivanesan S</dc:creator>
  <keywords/>
  <dc:description>generated using python-pptx</dc:description>
  <lastModifiedBy>Sivanesan S</lastModifiedBy>
  <revision>1</revision>
  <dcterms:created xsi:type="dcterms:W3CDTF">2026-06-29T04:54:42.3251933Z</dcterms:created>
  <dcterms:modified xsi:type="dcterms:W3CDTF">2026-06-29T04:54:42.3251933Z</dcterms:modified>
  <category/>
</coreProperties>
</file>