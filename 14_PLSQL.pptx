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60" r:id="rId2"/>
  </p:sldMasterIdLst>
  <p:sldIdLst>
    <p:sldId id="257" r:id="rId3"/>
    <p:sldId id="258" r:id="rId4"/>
    <p:sldId id="260" r:id="rId5"/>
    <p:sldId id="287" r:id="rId6"/>
    <p:sldId id="261" r:id="rId7"/>
    <p:sldId id="286" r:id="rId8"/>
    <p:sldId id="262" r:id="rId9"/>
    <p:sldId id="263" r:id="rId10"/>
    <p:sldId id="288" r:id="rId11"/>
    <p:sldId id="264" r:id="rId12"/>
    <p:sldId id="289" r:id="rId13"/>
    <p:sldId id="290" r:id="rId14"/>
    <p:sldId id="291" r:id="rId15"/>
    <p:sldId id="292" r:id="rId16"/>
    <p:sldId id="293" r:id="rId17"/>
    <p:sldId id="266" r:id="rId18"/>
    <p:sldId id="267" r:id="rId19"/>
    <p:sldId id="268" r:id="rId20"/>
    <p:sldId id="269" r:id="rId21"/>
    <p:sldId id="270" r:id="rId22"/>
    <p:sldId id="283" r:id="rId23"/>
    <p:sldId id="284" r:id="rId24"/>
    <p:sldId id="285" r:id="rId25"/>
    <p:sldId id="278" r:id="rId26"/>
    <p:sldId id="280" r:id="rId27"/>
    <p:sldId id="279" r:id="rId28"/>
    <p:sldId id="281" r:id="rId29"/>
    <p:sldId id="275" r:id="rId30"/>
    <p:sldId id="276" r:id="rId31"/>
    <p:sldId id="277" r:id="rId32"/>
    <p:sldId id="271" r:id="rId33"/>
    <p:sldId id="274" r:id="rId34"/>
    <p:sldId id="272" r:id="rId35"/>
    <p:sldId id="273" r:id="rId36"/>
    <p:sldId id="282" r:id="rId37"/>
    <p:sldId id="25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0B0F27-E4AF-0500-5A31-0E2597821CFB}" v="31" dt="2025-07-04T01:03:19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u Reddy Nimmathi" userId="S::2182096@tcs.com::2846fafc-5c8a-4a48-9689-14e8ab5d60c9" providerId="AD" clId="Web-{F483CB2D-6255-C5F2-623C-07E917370736}"/>
    <pc:docChg chg="addSld">
      <pc:chgData name="Raju Reddy Nimmathi" userId="S::2182096@tcs.com::2846fafc-5c8a-4a48-9689-14e8ab5d60c9" providerId="AD" clId="Web-{F483CB2D-6255-C5F2-623C-07E917370736}" dt="2023-11-17T10:11:53.829" v="0"/>
      <pc:docMkLst>
        <pc:docMk/>
      </pc:docMkLst>
      <pc:sldChg chg="new">
        <pc:chgData name="Raju Reddy Nimmathi" userId="S::2182096@tcs.com::2846fafc-5c8a-4a48-9689-14e8ab5d60c9" providerId="AD" clId="Web-{F483CB2D-6255-C5F2-623C-07E917370736}" dt="2023-11-17T10:11:53.829" v="0"/>
        <pc:sldMkLst>
          <pc:docMk/>
          <pc:sldMk cId="100778694" sldId="287"/>
        </pc:sldMkLst>
      </pc:sldChg>
    </pc:docChg>
  </pc:docChgLst>
  <pc:docChgLst>
    <pc:chgData name="G Arun Venkatasai" userId="S::2311775@tcs.com::a0343f53-f905-4440-a12f-d56c845aed67" providerId="AD" clId="Web-{D10FC8A4-BC7A-9542-3083-971FA0D03442}"/>
    <pc:docChg chg="addSld delSld modSld">
      <pc:chgData name="G Arun Venkatasai" userId="S::2311775@tcs.com::a0343f53-f905-4440-a12f-d56c845aed67" providerId="AD" clId="Web-{D10FC8A4-BC7A-9542-3083-971FA0D03442}" dt="2025-02-26T11:48:48.054" v="2771"/>
      <pc:docMkLst>
        <pc:docMk/>
      </pc:docMkLst>
      <pc:sldChg chg="modSp">
        <pc:chgData name="G Arun Venkatasai" userId="S::2311775@tcs.com::a0343f53-f905-4440-a12f-d56c845aed67" providerId="AD" clId="Web-{D10FC8A4-BC7A-9542-3083-971FA0D03442}" dt="2025-02-26T08:54:04.906" v="277" actId="20577"/>
        <pc:sldMkLst>
          <pc:docMk/>
          <pc:sldMk cId="2676481198" sldId="260"/>
        </pc:sldMkLst>
      </pc:sldChg>
      <pc:sldChg chg="modSp">
        <pc:chgData name="G Arun Venkatasai" userId="S::2311775@tcs.com::a0343f53-f905-4440-a12f-d56c845aed67" providerId="AD" clId="Web-{D10FC8A4-BC7A-9542-3083-971FA0D03442}" dt="2025-02-26T08:55:42.814" v="280" actId="20577"/>
        <pc:sldMkLst>
          <pc:docMk/>
          <pc:sldMk cId="3683561745" sldId="261"/>
        </pc:sldMkLst>
      </pc:sldChg>
      <pc:sldChg chg="addSp modSp">
        <pc:chgData name="G Arun Venkatasai" userId="S::2311775@tcs.com::a0343f53-f905-4440-a12f-d56c845aed67" providerId="AD" clId="Web-{D10FC8A4-BC7A-9542-3083-971FA0D03442}" dt="2025-02-26T09:11:44.255" v="962"/>
        <pc:sldMkLst>
          <pc:docMk/>
          <pc:sldMk cId="373892730" sldId="264"/>
        </pc:sldMkLst>
      </pc:sldChg>
      <pc:sldChg chg="del">
        <pc:chgData name="G Arun Venkatasai" userId="S::2311775@tcs.com::a0343f53-f905-4440-a12f-d56c845aed67" providerId="AD" clId="Web-{D10FC8A4-BC7A-9542-3083-971FA0D03442}" dt="2025-02-26T09:20:53.047" v="1933"/>
        <pc:sldMkLst>
          <pc:docMk/>
          <pc:sldMk cId="2702720931" sldId="265"/>
        </pc:sldMkLst>
      </pc:sldChg>
      <pc:sldChg chg="modSp">
        <pc:chgData name="G Arun Venkatasai" userId="S::2311775@tcs.com::a0343f53-f905-4440-a12f-d56c845aed67" providerId="AD" clId="Web-{D10FC8A4-BC7A-9542-3083-971FA0D03442}" dt="2025-02-26T11:19:58.864" v="2768"/>
        <pc:sldMkLst>
          <pc:docMk/>
          <pc:sldMk cId="118535775" sldId="278"/>
        </pc:sldMkLst>
      </pc:sldChg>
      <pc:sldChg chg="modSp">
        <pc:chgData name="G Arun Venkatasai" userId="S::2311775@tcs.com::a0343f53-f905-4440-a12f-d56c845aed67" providerId="AD" clId="Web-{D10FC8A4-BC7A-9542-3083-971FA0D03442}" dt="2025-02-26T11:48:48.054" v="2771"/>
        <pc:sldMkLst>
          <pc:docMk/>
          <pc:sldMk cId="3052769081" sldId="281"/>
        </pc:sldMkLst>
      </pc:sldChg>
      <pc:sldChg chg="modSp add replId">
        <pc:chgData name="G Arun Venkatasai" userId="S::2311775@tcs.com::a0343f53-f905-4440-a12f-d56c845aed67" providerId="AD" clId="Web-{D10FC8A4-BC7A-9542-3083-971FA0D03442}" dt="2025-02-26T08:41:14.500" v="88" actId="20577"/>
        <pc:sldMkLst>
          <pc:docMk/>
          <pc:sldMk cId="321111149" sldId="287"/>
        </pc:sldMkLst>
      </pc:sldChg>
      <pc:sldChg chg="add replId">
        <pc:chgData name="G Arun Venkatasai" userId="S::2311775@tcs.com::a0343f53-f905-4440-a12f-d56c845aed67" providerId="AD" clId="Web-{D10FC8A4-BC7A-9542-3083-971FA0D03442}" dt="2025-02-26T09:02:25.119" v="281"/>
        <pc:sldMkLst>
          <pc:docMk/>
          <pc:sldMk cId="3994610557" sldId="288"/>
        </pc:sldMkLst>
      </pc:sldChg>
      <pc:sldChg chg="modSp add replId">
        <pc:chgData name="G Arun Venkatasai" userId="S::2311775@tcs.com::a0343f53-f905-4440-a12f-d56c845aed67" providerId="AD" clId="Web-{D10FC8A4-BC7A-9542-3083-971FA0D03442}" dt="2025-02-26T09:17:39.668" v="1548" actId="1076"/>
        <pc:sldMkLst>
          <pc:docMk/>
          <pc:sldMk cId="3773217223" sldId="289"/>
        </pc:sldMkLst>
      </pc:sldChg>
      <pc:sldChg chg="modSp add replId">
        <pc:chgData name="G Arun Venkatasai" userId="S::2311775@tcs.com::a0343f53-f905-4440-a12f-d56c845aed67" providerId="AD" clId="Web-{D10FC8A4-BC7A-9542-3083-971FA0D03442}" dt="2025-02-26T09:20:35.422" v="1932"/>
        <pc:sldMkLst>
          <pc:docMk/>
          <pc:sldMk cId="907760002" sldId="290"/>
        </pc:sldMkLst>
      </pc:sldChg>
      <pc:sldChg chg="addSp modSp add replId">
        <pc:chgData name="G Arun Venkatasai" userId="S::2311775@tcs.com::a0343f53-f905-4440-a12f-d56c845aed67" providerId="AD" clId="Web-{D10FC8A4-BC7A-9542-3083-971FA0D03442}" dt="2025-02-26T09:24:07.129" v="2292"/>
        <pc:sldMkLst>
          <pc:docMk/>
          <pc:sldMk cId="1177097560" sldId="291"/>
        </pc:sldMkLst>
      </pc:sldChg>
      <pc:sldChg chg="delSp modSp add replId">
        <pc:chgData name="G Arun Venkatasai" userId="S::2311775@tcs.com::a0343f53-f905-4440-a12f-d56c845aed67" providerId="AD" clId="Web-{D10FC8A4-BC7A-9542-3083-971FA0D03442}" dt="2025-02-26T09:31:58.732" v="2479"/>
        <pc:sldMkLst>
          <pc:docMk/>
          <pc:sldMk cId="4128889337" sldId="292"/>
        </pc:sldMkLst>
      </pc:sldChg>
      <pc:sldChg chg="modSp add replId">
        <pc:chgData name="G Arun Venkatasai" userId="S::2311775@tcs.com::a0343f53-f905-4440-a12f-d56c845aed67" providerId="AD" clId="Web-{D10FC8A4-BC7A-9542-3083-971FA0D03442}" dt="2025-02-26T09:34:13.829" v="2650" actId="1076"/>
        <pc:sldMkLst>
          <pc:docMk/>
          <pc:sldMk cId="1332320973" sldId="293"/>
        </pc:sldMkLst>
      </pc:sldChg>
    </pc:docChg>
  </pc:docChgLst>
  <pc:docChgLst>
    <pc:chgData name="Gunti Venkata Sai" userId="S::2311775@tcs.com::a0343f53-f905-4440-a12f-d56c845aed67" providerId="AD" clId="Web-{960248E1-4DF4-4DFF-A1C5-A6BABDA715D1}"/>
    <pc:docChg chg="modSld">
      <pc:chgData name="Gunti Venkata Sai" userId="S::2311775@tcs.com::a0343f53-f905-4440-a12f-d56c845aed67" providerId="AD" clId="Web-{960248E1-4DF4-4DFF-A1C5-A6BABDA715D1}" dt="2023-10-05T05:16:35.764" v="2" actId="14100"/>
      <pc:docMkLst>
        <pc:docMk/>
      </pc:docMkLst>
      <pc:sldChg chg="modSp">
        <pc:chgData name="Gunti Venkata Sai" userId="S::2311775@tcs.com::a0343f53-f905-4440-a12f-d56c845aed67" providerId="AD" clId="Web-{960248E1-4DF4-4DFF-A1C5-A6BABDA715D1}" dt="2023-10-05T04:27:04.202" v="1"/>
        <pc:sldMkLst>
          <pc:docMk/>
          <pc:sldMk cId="1960262397" sldId="266"/>
        </pc:sldMkLst>
      </pc:sldChg>
      <pc:sldChg chg="modSp">
        <pc:chgData name="Gunti Venkata Sai" userId="S::2311775@tcs.com::a0343f53-f905-4440-a12f-d56c845aed67" providerId="AD" clId="Web-{960248E1-4DF4-4DFF-A1C5-A6BABDA715D1}" dt="2023-10-05T05:16:35.764" v="2" actId="14100"/>
        <pc:sldMkLst>
          <pc:docMk/>
          <pc:sldMk cId="156727948" sldId="279"/>
        </pc:sldMkLst>
      </pc:sldChg>
    </pc:docChg>
  </pc:docChgLst>
  <pc:docChgLst>
    <pc:chgData name="G Arun Venkatasai" userId="S::2311775@tcs.com::a0343f53-f905-4440-a12f-d56c845aed67" providerId="AD" clId="Web-{A42E00A5-C6BE-D870-F346-26BCA95305A9}"/>
    <pc:docChg chg="modSld">
      <pc:chgData name="G Arun Venkatasai" userId="S::2311775@tcs.com::a0343f53-f905-4440-a12f-d56c845aed67" providerId="AD" clId="Web-{A42E00A5-C6BE-D870-F346-26BCA95305A9}" dt="2024-12-05T09:01:19.887" v="2"/>
      <pc:docMkLst>
        <pc:docMk/>
      </pc:docMkLst>
      <pc:sldChg chg="modSp">
        <pc:chgData name="G Arun Venkatasai" userId="S::2311775@tcs.com::a0343f53-f905-4440-a12f-d56c845aed67" providerId="AD" clId="Web-{A42E00A5-C6BE-D870-F346-26BCA95305A9}" dt="2024-12-05T09:01:19.887" v="2"/>
        <pc:sldMkLst>
          <pc:docMk/>
          <pc:sldMk cId="466056249" sldId="272"/>
        </pc:sldMkLst>
      </pc:sldChg>
      <pc:sldChg chg="modSp">
        <pc:chgData name="G Arun Venkatasai" userId="S::2311775@tcs.com::a0343f53-f905-4440-a12f-d56c845aed67" providerId="AD" clId="Web-{A42E00A5-C6BE-D870-F346-26BCA95305A9}" dt="2024-12-05T08:42:54.510" v="1"/>
        <pc:sldMkLst>
          <pc:docMk/>
          <pc:sldMk cId="118535775" sldId="278"/>
        </pc:sldMkLst>
      </pc:sldChg>
    </pc:docChg>
  </pc:docChgLst>
  <pc:docChgLst>
    <pc:chgData name="G Arun Venkatasai" userId="S::2311775@tcs.com::a0343f53-f905-4440-a12f-d56c845aed67" providerId="AD" clId="Web-{D50B0F27-E4AF-0500-5A31-0E2597821CFB}"/>
    <pc:docChg chg="addSld delSld modSld sldOrd">
      <pc:chgData name="G Arun Venkatasai" userId="S::2311775@tcs.com::a0343f53-f905-4440-a12f-d56c845aed67" providerId="AD" clId="Web-{D50B0F27-E4AF-0500-5A31-0E2597821CFB}" dt="2025-07-04T01:03:19.491" v="18"/>
      <pc:docMkLst>
        <pc:docMk/>
      </pc:docMkLst>
      <pc:sldChg chg="modSp">
        <pc:chgData name="G Arun Venkatasai" userId="S::2311775@tcs.com::a0343f53-f905-4440-a12f-d56c845aed67" providerId="AD" clId="Web-{D50B0F27-E4AF-0500-5A31-0E2597821CFB}" dt="2025-07-04T01:00:10.769" v="7" actId="20577"/>
        <pc:sldMkLst>
          <pc:docMk/>
          <pc:sldMk cId="1700616053" sldId="258"/>
        </pc:sldMkLst>
        <pc:spChg chg="mod">
          <ac:chgData name="G Arun Venkatasai" userId="S::2311775@tcs.com::a0343f53-f905-4440-a12f-d56c845aed67" providerId="AD" clId="Web-{D50B0F27-E4AF-0500-5A31-0E2597821CFB}" dt="2025-07-04T01:00:10.769" v="7" actId="20577"/>
          <ac:spMkLst>
            <pc:docMk/>
            <pc:sldMk cId="1700616053" sldId="258"/>
            <ac:spMk id="6" creationId="{DF0500B9-06E1-402A-1A50-C310899C4564}"/>
          </ac:spMkLst>
        </pc:spChg>
      </pc:sldChg>
      <pc:sldChg chg="ord">
        <pc:chgData name="G Arun Venkatasai" userId="S::2311775@tcs.com::a0343f53-f905-4440-a12f-d56c845aed67" providerId="AD" clId="Web-{D50B0F27-E4AF-0500-5A31-0E2597821CFB}" dt="2025-07-04T00:55:30.843" v="0"/>
        <pc:sldMkLst>
          <pc:docMk/>
          <pc:sldMk cId="2713982225" sldId="282"/>
        </pc:sldMkLst>
      </pc:sldChg>
      <pc:sldChg chg="modSp add del replId">
        <pc:chgData name="G Arun Venkatasai" userId="S::2311775@tcs.com::a0343f53-f905-4440-a12f-d56c845aed67" providerId="AD" clId="Web-{D50B0F27-E4AF-0500-5A31-0E2597821CFB}" dt="2025-07-04T01:03:19.491" v="18"/>
        <pc:sldMkLst>
          <pc:docMk/>
          <pc:sldMk cId="1538879879" sldId="294"/>
        </pc:sldMkLst>
        <pc:spChg chg="mod">
          <ac:chgData name="G Arun Venkatasai" userId="S::2311775@tcs.com::a0343f53-f905-4440-a12f-d56c845aed67" providerId="AD" clId="Web-{D50B0F27-E4AF-0500-5A31-0E2597821CFB}" dt="2025-07-04T01:00:32.020" v="11" actId="20577"/>
          <ac:spMkLst>
            <pc:docMk/>
            <pc:sldMk cId="1538879879" sldId="294"/>
            <ac:spMk id="2" creationId="{0040A804-6B7E-77AA-9082-BC17A170BC8B}"/>
          </ac:spMkLst>
        </pc:spChg>
        <pc:spChg chg="mod">
          <ac:chgData name="G Arun Venkatasai" userId="S::2311775@tcs.com::a0343f53-f905-4440-a12f-d56c845aed67" providerId="AD" clId="Web-{D50B0F27-E4AF-0500-5A31-0E2597821CFB}" dt="2025-07-04T01:03:14.647" v="17" actId="20577"/>
          <ac:spMkLst>
            <pc:docMk/>
            <pc:sldMk cId="1538879879" sldId="294"/>
            <ac:spMk id="6" creationId="{84CB0D8A-94C1-A61C-09F8-123BEFC046B4}"/>
          </ac:spMkLst>
        </pc:spChg>
      </pc:sldChg>
    </pc:docChg>
  </pc:docChgLst>
  <pc:docChgLst>
    <pc:chgData name="Gunti Venkata Sai" userId="S::2311775@tcs.com::a0343f53-f905-4440-a12f-d56c845aed67" providerId="AD" clId="Web-{D60C25C7-B9DE-8A78-F75B-1E2B56ED8424}"/>
    <pc:docChg chg="addSld delSld modSld">
      <pc:chgData name="Gunti Venkata Sai" userId="S::2311775@tcs.com::a0343f53-f905-4440-a12f-d56c845aed67" providerId="AD" clId="Web-{D60C25C7-B9DE-8A78-F75B-1E2B56ED8424}" dt="2023-10-04T18:49:01.031" v="3587" actId="20577"/>
      <pc:docMkLst>
        <pc:docMk/>
      </pc:docMkLst>
      <pc:sldChg chg="modSp">
        <pc:chgData name="Gunti Venkata Sai" userId="S::2311775@tcs.com::a0343f53-f905-4440-a12f-d56c845aed67" providerId="AD" clId="Web-{D60C25C7-B9DE-8A78-F75B-1E2B56ED8424}" dt="2023-10-04T15:44:43.002" v="1360" actId="20577"/>
        <pc:sldMkLst>
          <pc:docMk/>
          <pc:sldMk cId="1700616053" sldId="258"/>
        </pc:sldMkLst>
      </pc:sldChg>
      <pc:sldChg chg="modSp">
        <pc:chgData name="Gunti Venkata Sai" userId="S::2311775@tcs.com::a0343f53-f905-4440-a12f-d56c845aed67" providerId="AD" clId="Web-{D60C25C7-B9DE-8A78-F75B-1E2B56ED8424}" dt="2023-10-04T14:09:21.481" v="1"/>
        <pc:sldMkLst>
          <pc:docMk/>
          <pc:sldMk cId="2702720931" sldId="265"/>
        </pc:sldMkLst>
      </pc:sldChg>
      <pc:sldChg chg="addSp modSp add replId">
        <pc:chgData name="Gunti Venkata Sai" userId="S::2311775@tcs.com::a0343f53-f905-4440-a12f-d56c845aed67" providerId="AD" clId="Web-{D60C25C7-B9DE-8A78-F75B-1E2B56ED8424}" dt="2023-10-04T14:18:40.786" v="242" actId="1076"/>
        <pc:sldMkLst>
          <pc:docMk/>
          <pc:sldMk cId="4164246576" sldId="267"/>
        </pc:sldMkLst>
      </pc:sldChg>
      <pc:sldChg chg="addSp delSp modSp add replId">
        <pc:chgData name="Gunti Venkata Sai" userId="S::2311775@tcs.com::a0343f53-f905-4440-a12f-d56c845aed67" providerId="AD" clId="Web-{D60C25C7-B9DE-8A78-F75B-1E2B56ED8424}" dt="2023-10-04T14:28:09.627" v="361" actId="20577"/>
        <pc:sldMkLst>
          <pc:docMk/>
          <pc:sldMk cId="1983134145" sldId="268"/>
        </pc:sldMkLst>
      </pc:sldChg>
      <pc:sldChg chg="addSp delSp modSp add replId">
        <pc:chgData name="Gunti Venkata Sai" userId="S::2311775@tcs.com::a0343f53-f905-4440-a12f-d56c845aed67" providerId="AD" clId="Web-{D60C25C7-B9DE-8A78-F75B-1E2B56ED8424}" dt="2023-10-04T15:15:02.439" v="922"/>
        <pc:sldMkLst>
          <pc:docMk/>
          <pc:sldMk cId="3919878786" sldId="269"/>
        </pc:sldMkLst>
      </pc:sldChg>
      <pc:sldChg chg="addSp delSp modSp add replId">
        <pc:chgData name="Gunti Venkata Sai" userId="S::2311775@tcs.com::a0343f53-f905-4440-a12f-d56c845aed67" providerId="AD" clId="Web-{D60C25C7-B9DE-8A78-F75B-1E2B56ED8424}" dt="2023-10-04T15:31:41.832" v="1319" actId="1076"/>
        <pc:sldMkLst>
          <pc:docMk/>
          <pc:sldMk cId="320327339" sldId="270"/>
        </pc:sldMkLst>
      </pc:sldChg>
      <pc:sldChg chg="delSp modSp add replId">
        <pc:chgData name="Gunti Venkata Sai" userId="S::2311775@tcs.com::a0343f53-f905-4440-a12f-d56c845aed67" providerId="AD" clId="Web-{D60C25C7-B9DE-8A78-F75B-1E2B56ED8424}" dt="2023-10-04T17:36:44.733" v="1693" actId="20577"/>
        <pc:sldMkLst>
          <pc:docMk/>
          <pc:sldMk cId="3976478573" sldId="271"/>
        </pc:sldMkLst>
      </pc:sldChg>
      <pc:sldChg chg="addSp modSp add replId">
        <pc:chgData name="Gunti Venkata Sai" userId="S::2311775@tcs.com::a0343f53-f905-4440-a12f-d56c845aed67" providerId="AD" clId="Web-{D60C25C7-B9DE-8A78-F75B-1E2B56ED8424}" dt="2023-10-04T17:47:49.710" v="2453"/>
        <pc:sldMkLst>
          <pc:docMk/>
          <pc:sldMk cId="466056249" sldId="272"/>
        </pc:sldMkLst>
      </pc:sldChg>
      <pc:sldChg chg="delSp modSp add replId">
        <pc:chgData name="Gunti Venkata Sai" userId="S::2311775@tcs.com::a0343f53-f905-4440-a12f-d56c845aed67" providerId="AD" clId="Web-{D60C25C7-B9DE-8A78-F75B-1E2B56ED8424}" dt="2023-10-04T18:09:00.419" v="2748" actId="20577"/>
        <pc:sldMkLst>
          <pc:docMk/>
          <pc:sldMk cId="3551398105" sldId="273"/>
        </pc:sldMkLst>
      </pc:sldChg>
      <pc:sldChg chg="modSp add replId">
        <pc:chgData name="Gunti Venkata Sai" userId="S::2311775@tcs.com::a0343f53-f905-4440-a12f-d56c845aed67" providerId="AD" clId="Web-{D60C25C7-B9DE-8A78-F75B-1E2B56ED8424}" dt="2023-10-04T18:15:15.440" v="2886" actId="20577"/>
        <pc:sldMkLst>
          <pc:docMk/>
          <pc:sldMk cId="3974119373" sldId="274"/>
        </pc:sldMkLst>
      </pc:sldChg>
      <pc:sldChg chg="modSp add replId">
        <pc:chgData name="Gunti Venkata Sai" userId="S::2311775@tcs.com::a0343f53-f905-4440-a12f-d56c845aed67" providerId="AD" clId="Web-{D60C25C7-B9DE-8A78-F75B-1E2B56ED8424}" dt="2023-10-04T18:33:20.971" v="3148" actId="1076"/>
        <pc:sldMkLst>
          <pc:docMk/>
          <pc:sldMk cId="2093983183" sldId="275"/>
        </pc:sldMkLst>
      </pc:sldChg>
      <pc:sldChg chg="modSp add replId">
        <pc:chgData name="Gunti Venkata Sai" userId="S::2311775@tcs.com::a0343f53-f905-4440-a12f-d56c845aed67" providerId="AD" clId="Web-{D60C25C7-B9DE-8A78-F75B-1E2B56ED8424}" dt="2023-10-04T18:39:46.664" v="3390" actId="20577"/>
        <pc:sldMkLst>
          <pc:docMk/>
          <pc:sldMk cId="2199722058" sldId="276"/>
        </pc:sldMkLst>
      </pc:sldChg>
      <pc:sldChg chg="add del replId">
        <pc:chgData name="Gunti Venkata Sai" userId="S::2311775@tcs.com::a0343f53-f905-4440-a12f-d56c845aed67" providerId="AD" clId="Web-{D60C25C7-B9DE-8A78-F75B-1E2B56ED8424}" dt="2023-10-04T18:35:41.520" v="3240"/>
        <pc:sldMkLst>
          <pc:docMk/>
          <pc:sldMk cId="455958439" sldId="277"/>
        </pc:sldMkLst>
      </pc:sldChg>
      <pc:sldChg chg="modSp add replId">
        <pc:chgData name="Gunti Venkata Sai" userId="S::2311775@tcs.com::a0343f53-f905-4440-a12f-d56c845aed67" providerId="AD" clId="Web-{D60C25C7-B9DE-8A78-F75B-1E2B56ED8424}" dt="2023-10-04T18:49:01.031" v="3587" actId="20577"/>
        <pc:sldMkLst>
          <pc:docMk/>
          <pc:sldMk cId="1467075504" sldId="277"/>
        </pc:sldMkLst>
      </pc:sldChg>
    </pc:docChg>
  </pc:docChgLst>
  <pc:docChgLst>
    <pc:chgData name="Gunti Venkata Sai" userId="S::2311775@tcs.com::a0343f53-f905-4440-a12f-d56c845aed67" providerId="AD" clId="Web-{D48B2AB5-4867-F4DB-75A6-C6BE3892D289}"/>
    <pc:docChg chg="addSld modSld sldOrd">
      <pc:chgData name="Gunti Venkata Sai" userId="S::2311775@tcs.com::a0343f53-f905-4440-a12f-d56c845aed67" providerId="AD" clId="Web-{D48B2AB5-4867-F4DB-75A6-C6BE3892D289}" dt="2023-10-05T02:50:40.539" v="319" actId="20577"/>
      <pc:docMkLst>
        <pc:docMk/>
      </pc:docMkLst>
      <pc:sldChg chg="modSp">
        <pc:chgData name="Gunti Venkata Sai" userId="S::2311775@tcs.com::a0343f53-f905-4440-a12f-d56c845aed67" providerId="AD" clId="Web-{D48B2AB5-4867-F4DB-75A6-C6BE3892D289}" dt="2023-10-05T02:46:33.036" v="9" actId="20577"/>
        <pc:sldMkLst>
          <pc:docMk/>
          <pc:sldMk cId="1700616053" sldId="258"/>
        </pc:sldMkLst>
      </pc:sldChg>
      <pc:sldChg chg="ord">
        <pc:chgData name="Gunti Venkata Sai" userId="S::2311775@tcs.com::a0343f53-f905-4440-a12f-d56c845aed67" providerId="AD" clId="Web-{D48B2AB5-4867-F4DB-75A6-C6BE3892D289}" dt="2023-10-05T02:46:06.536" v="1"/>
        <pc:sldMkLst>
          <pc:docMk/>
          <pc:sldMk cId="3976478573" sldId="271"/>
        </pc:sldMkLst>
      </pc:sldChg>
      <pc:sldChg chg="ord">
        <pc:chgData name="Gunti Venkata Sai" userId="S::2311775@tcs.com::a0343f53-f905-4440-a12f-d56c845aed67" providerId="AD" clId="Web-{D48B2AB5-4867-F4DB-75A6-C6BE3892D289}" dt="2023-10-05T02:45:49.348" v="0"/>
        <pc:sldMkLst>
          <pc:docMk/>
          <pc:sldMk cId="2713982225" sldId="282"/>
        </pc:sldMkLst>
      </pc:sldChg>
      <pc:sldChg chg="modSp add replId">
        <pc:chgData name="Gunti Venkata Sai" userId="S::2311775@tcs.com::a0343f53-f905-4440-a12f-d56c845aed67" providerId="AD" clId="Web-{D48B2AB5-4867-F4DB-75A6-C6BE3892D289}" dt="2023-10-05T02:50:40.539" v="319" actId="20577"/>
        <pc:sldMkLst>
          <pc:docMk/>
          <pc:sldMk cId="4286616385" sldId="286"/>
        </pc:sldMkLst>
      </pc:sldChg>
    </pc:docChg>
  </pc:docChgLst>
  <pc:docChgLst>
    <pc:chgData name="Raju Reddy Nimmathi" userId="S::2182096@tcs.com::2846fafc-5c8a-4a48-9689-14e8ab5d60c9" providerId="AD" clId="Web-{246281FF-97B0-2CCC-2E97-D42303218F5B}"/>
    <pc:docChg chg="delSld modSld">
      <pc:chgData name="Raju Reddy Nimmathi" userId="S::2182096@tcs.com::2846fafc-5c8a-4a48-9689-14e8ab5d60c9" providerId="AD" clId="Web-{246281FF-97B0-2CCC-2E97-D42303218F5B}" dt="2023-11-17T10:25:07.414" v="2" actId="1076"/>
      <pc:docMkLst>
        <pc:docMk/>
      </pc:docMkLst>
      <pc:sldChg chg="modSp">
        <pc:chgData name="Raju Reddy Nimmathi" userId="S::2182096@tcs.com::2846fafc-5c8a-4a48-9689-14e8ab5d60c9" providerId="AD" clId="Web-{246281FF-97B0-2CCC-2E97-D42303218F5B}" dt="2023-11-17T10:25:07.414" v="2" actId="1076"/>
        <pc:sldMkLst>
          <pc:docMk/>
          <pc:sldMk cId="1750963352" sldId="262"/>
        </pc:sldMkLst>
      </pc:sldChg>
      <pc:sldChg chg="del">
        <pc:chgData name="Raju Reddy Nimmathi" userId="S::2182096@tcs.com::2846fafc-5c8a-4a48-9689-14e8ab5d60c9" providerId="AD" clId="Web-{246281FF-97B0-2CCC-2E97-D42303218F5B}" dt="2023-11-17T10:12:09.528" v="0"/>
        <pc:sldMkLst>
          <pc:docMk/>
          <pc:sldMk cId="100778694" sldId="287"/>
        </pc:sldMkLst>
      </pc:sldChg>
    </pc:docChg>
  </pc:docChgLst>
  <pc:docChgLst>
    <pc:chgData name="G Arun Venkatasai" userId="S::2311775@tcs.com::a0343f53-f905-4440-a12f-d56c845aed67" providerId="AD" clId="Web-{00BD922C-D8FE-DE65-730B-3725CB39C8B2}"/>
    <pc:docChg chg="sldOrd">
      <pc:chgData name="G Arun Venkatasai" userId="S::2311775@tcs.com::a0343f53-f905-4440-a12f-d56c845aed67" providerId="AD" clId="Web-{00BD922C-D8FE-DE65-730B-3725CB39C8B2}" dt="2023-11-15T04:26:51.850" v="2"/>
      <pc:docMkLst>
        <pc:docMk/>
      </pc:docMkLst>
      <pc:sldChg chg="ord">
        <pc:chgData name="G Arun Venkatasai" userId="S::2311775@tcs.com::a0343f53-f905-4440-a12f-d56c845aed67" providerId="AD" clId="Web-{00BD922C-D8FE-DE65-730B-3725CB39C8B2}" dt="2023-11-15T04:26:51.850" v="2"/>
        <pc:sldMkLst>
          <pc:docMk/>
          <pc:sldMk cId="3974119373" sldId="274"/>
        </pc:sldMkLst>
      </pc:sldChg>
    </pc:docChg>
  </pc:docChgLst>
  <pc:docChgLst>
    <pc:chgData name="Gunti Venkata Sai" userId="S::2311775@tcs.com::a0343f53-f905-4440-a12f-d56c845aed67" providerId="AD" clId="Web-{F94CFFC4-E3A9-4F51-979A-23D6915CAD3B}"/>
    <pc:docChg chg="addSld delSld modSld sldOrd addMainMaster modMainMaster">
      <pc:chgData name="Gunti Venkata Sai" userId="S::2311775@tcs.com::a0343f53-f905-4440-a12f-d56c845aed67" providerId="AD" clId="Web-{F94CFFC4-E3A9-4F51-979A-23D6915CAD3B}" dt="2023-10-04T11:51:24.536" v="2430" actId="20577"/>
      <pc:docMkLst>
        <pc:docMk/>
      </pc:docMkLst>
      <pc:sldChg chg="del">
        <pc:chgData name="Gunti Venkata Sai" userId="S::2311775@tcs.com::a0343f53-f905-4440-a12f-d56c845aed67" providerId="AD" clId="Web-{F94CFFC4-E3A9-4F51-979A-23D6915CAD3B}" dt="2023-10-04T10:15:53.118" v="1"/>
        <pc:sldMkLst>
          <pc:docMk/>
          <pc:sldMk cId="109857222" sldId="256"/>
        </pc:sldMkLst>
      </pc:sldChg>
      <pc:sldChg chg="modSp add">
        <pc:chgData name="Gunti Venkata Sai" userId="S::2311775@tcs.com::a0343f53-f905-4440-a12f-d56c845aed67" providerId="AD" clId="Web-{F94CFFC4-E3A9-4F51-979A-23D6915CAD3B}" dt="2023-10-04T10:16:00.962" v="5" actId="20577"/>
        <pc:sldMkLst>
          <pc:docMk/>
          <pc:sldMk cId="419132824" sldId="257"/>
        </pc:sldMkLst>
      </pc:sldChg>
      <pc:sldChg chg="modSp add">
        <pc:chgData name="Gunti Venkata Sai" userId="S::2311775@tcs.com::a0343f53-f905-4440-a12f-d56c845aed67" providerId="AD" clId="Web-{F94CFFC4-E3A9-4F51-979A-23D6915CAD3B}" dt="2023-10-04T11:51:24.536" v="2430" actId="20577"/>
        <pc:sldMkLst>
          <pc:docMk/>
          <pc:sldMk cId="1700616053" sldId="258"/>
        </pc:sldMkLst>
      </pc:sldChg>
      <pc:sldChg chg="add">
        <pc:chgData name="Gunti Venkata Sai" userId="S::2311775@tcs.com::a0343f53-f905-4440-a12f-d56c845aed67" providerId="AD" clId="Web-{F94CFFC4-E3A9-4F51-979A-23D6915CAD3B}" dt="2023-10-04T10:16:31.837" v="7"/>
        <pc:sldMkLst>
          <pc:docMk/>
          <pc:sldMk cId="1939489236" sldId="259"/>
        </pc:sldMkLst>
      </pc:sldChg>
      <pc:sldChg chg="modSp add replId">
        <pc:chgData name="Gunti Venkata Sai" userId="S::2311775@tcs.com::a0343f53-f905-4440-a12f-d56c845aed67" providerId="AD" clId="Web-{F94CFFC4-E3A9-4F51-979A-23D6915CAD3B}" dt="2023-10-04T10:27:20.779" v="283" actId="20577"/>
        <pc:sldMkLst>
          <pc:docMk/>
          <pc:sldMk cId="2676481198" sldId="260"/>
        </pc:sldMkLst>
      </pc:sldChg>
      <pc:sldChg chg="add del">
        <pc:chgData name="Gunti Venkata Sai" userId="S::2311775@tcs.com::a0343f53-f905-4440-a12f-d56c845aed67" providerId="AD" clId="Web-{F94CFFC4-E3A9-4F51-979A-23D6915CAD3B}" dt="2023-10-04T10:19:09.947" v="17"/>
        <pc:sldMkLst>
          <pc:docMk/>
          <pc:sldMk cId="2826349251" sldId="260"/>
        </pc:sldMkLst>
      </pc:sldChg>
      <pc:sldChg chg="modSp add replId">
        <pc:chgData name="Gunti Venkata Sai" userId="S::2311775@tcs.com::a0343f53-f905-4440-a12f-d56c845aed67" providerId="AD" clId="Web-{F94CFFC4-E3A9-4F51-979A-23D6915CAD3B}" dt="2023-10-04T10:35:33.017" v="499" actId="1076"/>
        <pc:sldMkLst>
          <pc:docMk/>
          <pc:sldMk cId="3683561745" sldId="261"/>
        </pc:sldMkLst>
      </pc:sldChg>
      <pc:sldChg chg="addSp modSp add replId">
        <pc:chgData name="Gunti Venkata Sai" userId="S::2311775@tcs.com::a0343f53-f905-4440-a12f-d56c845aed67" providerId="AD" clId="Web-{F94CFFC4-E3A9-4F51-979A-23D6915CAD3B}" dt="2023-10-04T10:49:47.524" v="1266" actId="1076"/>
        <pc:sldMkLst>
          <pc:docMk/>
          <pc:sldMk cId="1750963352" sldId="262"/>
        </pc:sldMkLst>
      </pc:sldChg>
      <pc:sldChg chg="addSp delSp modSp add replId">
        <pc:chgData name="Gunti Venkata Sai" userId="S::2311775@tcs.com::a0343f53-f905-4440-a12f-d56c845aed67" providerId="AD" clId="Web-{F94CFFC4-E3A9-4F51-979A-23D6915CAD3B}" dt="2023-10-04T10:59:45.091" v="1477" actId="1076"/>
        <pc:sldMkLst>
          <pc:docMk/>
          <pc:sldMk cId="1862101142" sldId="263"/>
        </pc:sldMkLst>
      </pc:sldChg>
      <pc:sldChg chg="delSp modSp add ord replId">
        <pc:chgData name="Gunti Venkata Sai" userId="S::2311775@tcs.com::a0343f53-f905-4440-a12f-d56c845aed67" providerId="AD" clId="Web-{F94CFFC4-E3A9-4F51-979A-23D6915CAD3B}" dt="2023-10-04T11:49:24.801" v="2423"/>
        <pc:sldMkLst>
          <pc:docMk/>
          <pc:sldMk cId="373892730" sldId="264"/>
        </pc:sldMkLst>
      </pc:sldChg>
      <pc:sldChg chg="add del replId">
        <pc:chgData name="Gunti Venkata Sai" userId="S::2311775@tcs.com::a0343f53-f905-4440-a12f-d56c845aed67" providerId="AD" clId="Web-{F94CFFC4-E3A9-4F51-979A-23D6915CAD3B}" dt="2023-10-04T11:01:29.373" v="1479"/>
        <pc:sldMkLst>
          <pc:docMk/>
          <pc:sldMk cId="2284449813" sldId="264"/>
        </pc:sldMkLst>
      </pc:sldChg>
      <pc:sldChg chg="addSp delSp modSp add ord replId">
        <pc:chgData name="Gunti Venkata Sai" userId="S::2311775@tcs.com::a0343f53-f905-4440-a12f-d56c845aed67" providerId="AD" clId="Web-{F94CFFC4-E3A9-4F51-979A-23D6915CAD3B}" dt="2023-10-04T11:49:16.301" v="2422"/>
        <pc:sldMkLst>
          <pc:docMk/>
          <pc:sldMk cId="2702720931" sldId="265"/>
        </pc:sldMkLst>
      </pc:sldChg>
      <pc:sldChg chg="add del">
        <pc:chgData name="Gunti Venkata Sai" userId="S::2311775@tcs.com::a0343f53-f905-4440-a12f-d56c845aed67" providerId="AD" clId="Web-{F94CFFC4-E3A9-4F51-979A-23D6915CAD3B}" dt="2023-10-04T11:20:05.881" v="1881"/>
        <pc:sldMkLst>
          <pc:docMk/>
          <pc:sldMk cId="17076893" sldId="266"/>
        </pc:sldMkLst>
      </pc:sldChg>
      <pc:sldChg chg="add del replId">
        <pc:chgData name="Gunti Venkata Sai" userId="S::2311775@tcs.com::a0343f53-f905-4440-a12f-d56c845aed67" providerId="AD" clId="Web-{F94CFFC4-E3A9-4F51-979A-23D6915CAD3B}" dt="2023-10-04T11:20:22.944" v="1883"/>
        <pc:sldMkLst>
          <pc:docMk/>
          <pc:sldMk cId="1382744918" sldId="266"/>
        </pc:sldMkLst>
      </pc:sldChg>
      <pc:sldChg chg="addSp delSp modSp add replId">
        <pc:chgData name="Gunti Venkata Sai" userId="S::2311775@tcs.com::a0343f53-f905-4440-a12f-d56c845aed67" providerId="AD" clId="Web-{F94CFFC4-E3A9-4F51-979A-23D6915CAD3B}" dt="2023-10-04T11:48:54.472" v="2420" actId="1076"/>
        <pc:sldMkLst>
          <pc:docMk/>
          <pc:sldMk cId="1960262397" sldId="266"/>
        </pc:sldMkLst>
      </pc:sldChg>
      <pc:sldMasterChg chg="add addSldLayout">
        <pc:chgData name="Gunti Venkata Sai" userId="S::2311775@tcs.com::a0343f53-f905-4440-a12f-d56c845aed67" providerId="AD" clId="Web-{F94CFFC4-E3A9-4F51-979A-23D6915CAD3B}" dt="2023-10-04T10:15:49.243" v="0"/>
        <pc:sldMasterMkLst>
          <pc:docMk/>
          <pc:sldMasterMk cId="0" sldId="2147483660"/>
        </pc:sldMasterMkLst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61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62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63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64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65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66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67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68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69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70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71"/>
          </pc:sldLayoutMkLst>
        </pc:sldLayoutChg>
        <pc:sldLayoutChg chg="ad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0" sldId="2147483660"/>
            <pc:sldLayoutMk cId="0" sldId="2147483672"/>
          </pc:sldLayoutMkLst>
        </pc:sldLayoutChg>
      </pc:sldMasterChg>
      <pc:sldMasterChg chg="replId modSldLayout">
        <pc:chgData name="Gunti Venkata Sai" userId="S::2311775@tcs.com::a0343f53-f905-4440-a12f-d56c845aed67" providerId="AD" clId="Web-{F94CFFC4-E3A9-4F51-979A-23D6915CAD3B}" dt="2023-10-04T10:15:49.243" v="0"/>
        <pc:sldMasterMkLst>
          <pc:docMk/>
          <pc:sldMasterMk cId="2460954070" sldId="2147483673"/>
        </pc:sldMasterMkLst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2385387890" sldId="2147483674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949138452" sldId="2147483675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2591524520" sldId="2147483676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1203092039" sldId="2147483677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3733172339" sldId="2147483678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3210312558" sldId="2147483679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3146388984" sldId="2147483680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3171841454" sldId="2147483681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1718958274" sldId="2147483682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2202905451" sldId="2147483683"/>
          </pc:sldLayoutMkLst>
        </pc:sldLayoutChg>
        <pc:sldLayoutChg chg="replId">
          <pc:chgData name="Gunti Venkata Sai" userId="S::2311775@tcs.com::a0343f53-f905-4440-a12f-d56c845aed67" providerId="AD" clId="Web-{F94CFFC4-E3A9-4F51-979A-23D6915CAD3B}" dt="2023-10-04T10:15:49.243" v="0"/>
          <pc:sldLayoutMkLst>
            <pc:docMk/>
            <pc:sldMasterMk cId="2460954070" sldId="2147483673"/>
            <pc:sldLayoutMk cId="3479445657" sldId="2147483684"/>
          </pc:sldLayoutMkLst>
        </pc:sldLayoutChg>
      </pc:sldMasterChg>
    </pc:docChg>
  </pc:docChgLst>
  <pc:docChgLst>
    <pc:chgData name="G Arun Venkatasai" userId="S::2311775@tcs.com::a0343f53-f905-4440-a12f-d56c845aed67" providerId="AD" clId="Web-{0751EE9B-181E-25C7-0946-3641B8DEF860}"/>
    <pc:docChg chg="modSld">
      <pc:chgData name="G Arun Venkatasai" userId="S::2311775@tcs.com::a0343f53-f905-4440-a12f-d56c845aed67" providerId="AD" clId="Web-{0751EE9B-181E-25C7-0946-3641B8DEF860}" dt="2025-02-27T04:36:41.047" v="0" actId="1076"/>
      <pc:docMkLst>
        <pc:docMk/>
      </pc:docMkLst>
      <pc:sldChg chg="modSp">
        <pc:chgData name="G Arun Venkatasai" userId="S::2311775@tcs.com::a0343f53-f905-4440-a12f-d56c845aed67" providerId="AD" clId="Web-{0751EE9B-181E-25C7-0946-3641B8DEF860}" dt="2025-02-27T04:36:41.047" v="0" actId="1076"/>
        <pc:sldMkLst>
          <pc:docMk/>
          <pc:sldMk cId="3052769081" sldId="281"/>
        </pc:sldMkLst>
      </pc:sldChg>
    </pc:docChg>
  </pc:docChgLst>
  <pc:docChgLst>
    <pc:chgData name="Gunti Venkata Sai" userId="S::2311775@tcs.com::a0343f53-f905-4440-a12f-d56c845aed67" providerId="AD" clId="Web-{CE508740-AC36-4100-9459-35967374DFED}"/>
    <pc:docChg chg="addSld delSld modSld sldOrd">
      <pc:chgData name="Gunti Venkata Sai" userId="S::2311775@tcs.com::a0343f53-f905-4440-a12f-d56c845aed67" providerId="AD" clId="Web-{CE508740-AC36-4100-9459-35967374DFED}" dt="2023-10-05T02:43:53.897" v="3379" actId="20577"/>
      <pc:docMkLst>
        <pc:docMk/>
      </pc:docMkLst>
      <pc:sldChg chg="delSp modSp">
        <pc:chgData name="Gunti Venkata Sai" userId="S::2311775@tcs.com::a0343f53-f905-4440-a12f-d56c845aed67" providerId="AD" clId="Web-{CE508740-AC36-4100-9459-35967374DFED}" dt="2023-10-05T01:15:35.211" v="2"/>
        <pc:sldMkLst>
          <pc:docMk/>
          <pc:sldMk cId="419132824" sldId="257"/>
        </pc:sldMkLst>
      </pc:sldChg>
      <pc:sldChg chg="modSp">
        <pc:chgData name="Gunti Venkata Sai" userId="S::2311775@tcs.com::a0343f53-f905-4440-a12f-d56c845aed67" providerId="AD" clId="Web-{CE508740-AC36-4100-9459-35967374DFED}" dt="2023-10-05T02:26:51.121" v="2471" actId="20577"/>
        <pc:sldMkLst>
          <pc:docMk/>
          <pc:sldMk cId="1700616053" sldId="258"/>
        </pc:sldMkLst>
      </pc:sldChg>
      <pc:sldChg chg="addSp modSp add replId">
        <pc:chgData name="Gunti Venkata Sai" userId="S::2311775@tcs.com::a0343f53-f905-4440-a12f-d56c845aed67" providerId="AD" clId="Web-{CE508740-AC36-4100-9459-35967374DFED}" dt="2023-10-05T02:10:52.641" v="2094"/>
        <pc:sldMkLst>
          <pc:docMk/>
          <pc:sldMk cId="118535775" sldId="278"/>
        </pc:sldMkLst>
      </pc:sldChg>
      <pc:sldChg chg="addSp modSp add ord replId">
        <pc:chgData name="Gunti Venkata Sai" userId="S::2311775@tcs.com::a0343f53-f905-4440-a12f-d56c845aed67" providerId="AD" clId="Web-{CE508740-AC36-4100-9459-35967374DFED}" dt="2023-10-05T01:51:09.894" v="510" actId="14100"/>
        <pc:sldMkLst>
          <pc:docMk/>
          <pc:sldMk cId="156727948" sldId="279"/>
        </pc:sldMkLst>
      </pc:sldChg>
      <pc:sldChg chg="modSp add replId">
        <pc:chgData name="Gunti Venkata Sai" userId="S::2311775@tcs.com::a0343f53-f905-4440-a12f-d56c845aed67" providerId="AD" clId="Web-{CE508740-AC36-4100-9459-35967374DFED}" dt="2023-10-05T01:34:15.524" v="352" actId="20577"/>
        <pc:sldMkLst>
          <pc:docMk/>
          <pc:sldMk cId="294166451" sldId="280"/>
        </pc:sldMkLst>
      </pc:sldChg>
      <pc:sldChg chg="addSp delSp modSp add replId">
        <pc:chgData name="Gunti Venkata Sai" userId="S::2311775@tcs.com::a0343f53-f905-4440-a12f-d56c845aed67" providerId="AD" clId="Web-{CE508740-AC36-4100-9459-35967374DFED}" dt="2023-10-05T02:01:32.120" v="1267"/>
        <pc:sldMkLst>
          <pc:docMk/>
          <pc:sldMk cId="3052769081" sldId="281"/>
        </pc:sldMkLst>
      </pc:sldChg>
      <pc:sldChg chg="modSp add replId">
        <pc:chgData name="Gunti Venkata Sai" userId="S::2311775@tcs.com::a0343f53-f905-4440-a12f-d56c845aed67" providerId="AD" clId="Web-{CE508740-AC36-4100-9459-35967374DFED}" dt="2023-10-05T02:20:55.867" v="2446" actId="20577"/>
        <pc:sldMkLst>
          <pc:docMk/>
          <pc:sldMk cId="2713982225" sldId="282"/>
        </pc:sldMkLst>
      </pc:sldChg>
      <pc:sldChg chg="modSp add del replId">
        <pc:chgData name="Gunti Venkata Sai" userId="S::2311775@tcs.com::a0343f53-f905-4440-a12f-d56c845aed67" providerId="AD" clId="Web-{CE508740-AC36-4100-9459-35967374DFED}" dt="2023-10-05T02:16:43.958" v="2117"/>
        <pc:sldMkLst>
          <pc:docMk/>
          <pc:sldMk cId="40070220" sldId="283"/>
        </pc:sldMkLst>
      </pc:sldChg>
      <pc:sldChg chg="modSp add ord replId">
        <pc:chgData name="Gunti Venkata Sai" userId="S::2311775@tcs.com::a0343f53-f905-4440-a12f-d56c845aed67" providerId="AD" clId="Web-{CE508740-AC36-4100-9459-35967374DFED}" dt="2023-10-05T02:32:23.812" v="2714" actId="20577"/>
        <pc:sldMkLst>
          <pc:docMk/>
          <pc:sldMk cId="1145875657" sldId="283"/>
        </pc:sldMkLst>
      </pc:sldChg>
      <pc:sldChg chg="modSp add replId">
        <pc:chgData name="Gunti Venkata Sai" userId="S::2311775@tcs.com::a0343f53-f905-4440-a12f-d56c845aed67" providerId="AD" clId="Web-{CE508740-AC36-4100-9459-35967374DFED}" dt="2023-10-05T02:38:23.691" v="2973" actId="20577"/>
        <pc:sldMkLst>
          <pc:docMk/>
          <pc:sldMk cId="1309074024" sldId="284"/>
        </pc:sldMkLst>
      </pc:sldChg>
      <pc:sldChg chg="add del replId">
        <pc:chgData name="Gunti Venkata Sai" userId="S::2311775@tcs.com::a0343f53-f905-4440-a12f-d56c845aed67" providerId="AD" clId="Web-{CE508740-AC36-4100-9459-35967374DFED}" dt="2023-10-05T02:28:24.809" v="2540"/>
        <pc:sldMkLst>
          <pc:docMk/>
          <pc:sldMk cId="3661126027" sldId="284"/>
        </pc:sldMkLst>
      </pc:sldChg>
      <pc:sldChg chg="add del replId">
        <pc:chgData name="Gunti Venkata Sai" userId="S::2311775@tcs.com::a0343f53-f905-4440-a12f-d56c845aed67" providerId="AD" clId="Web-{CE508740-AC36-4100-9459-35967374DFED}" dt="2023-10-05T02:16:19.504" v="2115"/>
        <pc:sldMkLst>
          <pc:docMk/>
          <pc:sldMk cId="4283077115" sldId="284"/>
        </pc:sldMkLst>
      </pc:sldChg>
      <pc:sldChg chg="modSp add replId">
        <pc:chgData name="Gunti Venkata Sai" userId="S::2311775@tcs.com::a0343f53-f905-4440-a12f-d56c845aed67" providerId="AD" clId="Web-{CE508740-AC36-4100-9459-35967374DFED}" dt="2023-10-05T02:43:53.897" v="3379" actId="20577"/>
        <pc:sldMkLst>
          <pc:docMk/>
          <pc:sldMk cId="1333311995" sldId="285"/>
        </pc:sldMkLst>
      </pc:sldChg>
      <pc:sldChg chg="add del replId">
        <pc:chgData name="Gunti Venkata Sai" userId="S::2311775@tcs.com::a0343f53-f905-4440-a12f-d56c845aed67" providerId="AD" clId="Web-{CE508740-AC36-4100-9459-35967374DFED}" dt="2023-10-05T02:16:20.926" v="2116"/>
        <pc:sldMkLst>
          <pc:docMk/>
          <pc:sldMk cId="3037475880" sldId="285"/>
        </pc:sldMkLst>
      </pc:sldChg>
      <pc:sldChg chg="add del replId">
        <pc:chgData name="Gunti Venkata Sai" userId="S::2311775@tcs.com::a0343f53-f905-4440-a12f-d56c845aed67" providerId="AD" clId="Web-{CE508740-AC36-4100-9459-35967374DFED}" dt="2023-10-05T02:42:22.803" v="3214"/>
        <pc:sldMkLst>
          <pc:docMk/>
          <pc:sldMk cId="2686379693" sldId="28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10000">
              <a:srgbClr val="0067AC"/>
            </a:gs>
            <a:gs pos="100000">
              <a:srgbClr val="56BBED"/>
            </a:gs>
          </a:gsLst>
          <a:lin ang="91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683" y="3200401"/>
            <a:ext cx="10363200" cy="609600"/>
          </a:xfrm>
        </p:spPr>
        <p:txBody>
          <a:bodyPr>
            <a:no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683" y="3858638"/>
            <a:ext cx="10380133" cy="6096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6"/>
          <p:cNvSpPr>
            <a:spLocks noChangeArrowheads="1"/>
          </p:cNvSpPr>
          <p:nvPr/>
        </p:nvSpPr>
        <p:spPr bwMode="auto">
          <a:xfrm>
            <a:off x="0" y="1976439"/>
            <a:ext cx="12192000" cy="847725"/>
          </a:xfrm>
          <a:prstGeom prst="rect">
            <a:avLst/>
          </a:prstGeom>
          <a:solidFill>
            <a:srgbClr val="0067AC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grpSp>
        <p:nvGrpSpPr>
          <p:cNvPr id="4" name="Group 5"/>
          <p:cNvGrpSpPr>
            <a:grpSpLocks noChangeAspect="1"/>
          </p:cNvGrpSpPr>
          <p:nvPr/>
        </p:nvGrpSpPr>
        <p:grpSpPr bwMode="auto">
          <a:xfrm>
            <a:off x="565151" y="428625"/>
            <a:ext cx="4349749" cy="376238"/>
            <a:chOff x="267" y="270"/>
            <a:chExt cx="2055" cy="237"/>
          </a:xfrm>
        </p:grpSpPr>
        <p:sp>
          <p:nvSpPr>
            <p:cNvPr id="1028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267" y="270"/>
              <a:ext cx="205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30" name="Freeform 6"/>
            <p:cNvSpPr>
              <a:spLocks noEditPoints="1"/>
            </p:cNvSpPr>
            <p:nvPr userDrawn="1"/>
          </p:nvSpPr>
          <p:spPr bwMode="auto">
            <a:xfrm>
              <a:off x="1382" y="270"/>
              <a:ext cx="462" cy="80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31" name="Freeform 7"/>
            <p:cNvSpPr>
              <a:spLocks noEditPoints="1"/>
            </p:cNvSpPr>
            <p:nvPr userDrawn="1"/>
          </p:nvSpPr>
          <p:spPr bwMode="auto">
            <a:xfrm>
              <a:off x="617" y="270"/>
              <a:ext cx="737" cy="80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32" name="Freeform 8"/>
            <p:cNvSpPr>
              <a:spLocks noEditPoints="1"/>
            </p:cNvSpPr>
            <p:nvPr userDrawn="1"/>
          </p:nvSpPr>
          <p:spPr bwMode="auto">
            <a:xfrm>
              <a:off x="267" y="271"/>
              <a:ext cx="311" cy="78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33" name="Freeform 9"/>
            <p:cNvSpPr>
              <a:spLocks noEditPoints="1"/>
            </p:cNvSpPr>
            <p:nvPr userDrawn="1"/>
          </p:nvSpPr>
          <p:spPr bwMode="auto">
            <a:xfrm>
              <a:off x="1328" y="402"/>
              <a:ext cx="994" cy="105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rgbClr val="B4D7F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0" name="Freeform 9"/>
          <p:cNvSpPr>
            <a:spLocks noEditPoints="1"/>
          </p:cNvSpPr>
          <p:nvPr/>
        </p:nvSpPr>
        <p:spPr bwMode="auto">
          <a:xfrm>
            <a:off x="10909580" y="424799"/>
            <a:ext cx="647277" cy="424339"/>
          </a:xfrm>
          <a:custGeom>
            <a:avLst/>
            <a:gdLst/>
            <a:ahLst/>
            <a:cxnLst>
              <a:cxn ang="0">
                <a:pos x="491" y="5"/>
              </a:cxn>
              <a:cxn ang="0">
                <a:pos x="581" y="30"/>
              </a:cxn>
              <a:cxn ang="0">
                <a:pos x="653" y="71"/>
              </a:cxn>
              <a:cxn ang="0">
                <a:pos x="705" y="124"/>
              </a:cxn>
              <a:cxn ang="0">
                <a:pos x="602" y="117"/>
              </a:cxn>
              <a:cxn ang="0">
                <a:pos x="478" y="104"/>
              </a:cxn>
              <a:cxn ang="0">
                <a:pos x="444" y="106"/>
              </a:cxn>
              <a:cxn ang="0">
                <a:pos x="432" y="119"/>
              </a:cxn>
              <a:cxn ang="0">
                <a:pos x="403" y="415"/>
              </a:cxn>
              <a:cxn ang="0">
                <a:pos x="402" y="115"/>
              </a:cxn>
              <a:cxn ang="0">
                <a:pos x="388" y="105"/>
              </a:cxn>
              <a:cxn ang="0">
                <a:pos x="331" y="106"/>
              </a:cxn>
              <a:cxn ang="0">
                <a:pos x="195" y="124"/>
              </a:cxn>
              <a:cxn ang="0">
                <a:pos x="140" y="110"/>
              </a:cxn>
              <a:cxn ang="0">
                <a:pos x="197" y="59"/>
              </a:cxn>
              <a:cxn ang="0">
                <a:pos x="274" y="22"/>
              </a:cxn>
              <a:cxn ang="0">
                <a:pos x="367" y="2"/>
              </a:cxn>
              <a:cxn ang="0">
                <a:pos x="201" y="519"/>
              </a:cxn>
              <a:cxn ang="0">
                <a:pos x="100" y="519"/>
              </a:cxn>
              <a:cxn ang="0">
                <a:pos x="0" y="519"/>
              </a:cxn>
              <a:cxn ang="0">
                <a:pos x="141" y="727"/>
              </a:cxn>
              <a:cxn ang="0">
                <a:pos x="261" y="727"/>
              </a:cxn>
              <a:cxn ang="0">
                <a:pos x="303" y="519"/>
              </a:cxn>
              <a:cxn ang="0">
                <a:pos x="346" y="727"/>
              </a:cxn>
              <a:cxn ang="0">
                <a:pos x="583" y="519"/>
              </a:cxn>
              <a:cxn ang="0">
                <a:pos x="483" y="519"/>
              </a:cxn>
              <a:cxn ang="0">
                <a:pos x="407" y="579"/>
              </a:cxn>
              <a:cxn ang="0">
                <a:pos x="548" y="579"/>
              </a:cxn>
              <a:cxn ang="0">
                <a:pos x="587" y="727"/>
              </a:cxn>
              <a:cxn ang="0">
                <a:pos x="733" y="519"/>
              </a:cxn>
              <a:cxn ang="0">
                <a:pos x="712" y="602"/>
              </a:cxn>
              <a:cxn ang="0">
                <a:pos x="731" y="198"/>
              </a:cxn>
              <a:cxn ang="0">
                <a:pos x="722" y="257"/>
              </a:cxn>
              <a:cxn ang="0">
                <a:pos x="685" y="316"/>
              </a:cxn>
              <a:cxn ang="0">
                <a:pos x="622" y="365"/>
              </a:cxn>
              <a:cxn ang="0">
                <a:pos x="541" y="398"/>
              </a:cxn>
              <a:cxn ang="0">
                <a:pos x="474" y="183"/>
              </a:cxn>
              <a:cxn ang="0">
                <a:pos x="477" y="158"/>
              </a:cxn>
              <a:cxn ang="0">
                <a:pos x="489" y="146"/>
              </a:cxn>
              <a:cxn ang="0">
                <a:pos x="556" y="148"/>
              </a:cxn>
              <a:cxn ang="0">
                <a:pos x="669" y="163"/>
              </a:cxn>
              <a:cxn ang="0">
                <a:pos x="295" y="399"/>
              </a:cxn>
              <a:cxn ang="0">
                <a:pos x="213" y="365"/>
              </a:cxn>
              <a:cxn ang="0">
                <a:pos x="150" y="316"/>
              </a:cxn>
              <a:cxn ang="0">
                <a:pos x="112" y="257"/>
              </a:cxn>
              <a:cxn ang="0">
                <a:pos x="103" y="198"/>
              </a:cxn>
              <a:cxn ang="0">
                <a:pos x="136" y="168"/>
              </a:cxn>
              <a:cxn ang="0">
                <a:pos x="250" y="151"/>
              </a:cxn>
              <a:cxn ang="0">
                <a:pos x="342" y="144"/>
              </a:cxn>
              <a:cxn ang="0">
                <a:pos x="357" y="153"/>
              </a:cxn>
              <a:cxn ang="0">
                <a:pos x="362" y="175"/>
              </a:cxn>
              <a:cxn ang="0">
                <a:pos x="317" y="405"/>
              </a:cxn>
            </a:cxnLst>
            <a:rect l="0" t="0" r="r" b="b"/>
            <a:pathLst>
              <a:path w="835" h="727">
                <a:moveTo>
                  <a:pt x="417" y="0"/>
                </a:moveTo>
                <a:lnTo>
                  <a:pt x="443" y="0"/>
                </a:lnTo>
                <a:lnTo>
                  <a:pt x="467" y="2"/>
                </a:lnTo>
                <a:lnTo>
                  <a:pt x="491" y="5"/>
                </a:lnTo>
                <a:lnTo>
                  <a:pt x="515" y="9"/>
                </a:lnTo>
                <a:lnTo>
                  <a:pt x="538" y="16"/>
                </a:lnTo>
                <a:lnTo>
                  <a:pt x="559" y="22"/>
                </a:lnTo>
                <a:lnTo>
                  <a:pt x="581" y="30"/>
                </a:lnTo>
                <a:lnTo>
                  <a:pt x="600" y="38"/>
                </a:lnTo>
                <a:lnTo>
                  <a:pt x="620" y="48"/>
                </a:lnTo>
                <a:lnTo>
                  <a:pt x="637" y="59"/>
                </a:lnTo>
                <a:lnTo>
                  <a:pt x="653" y="71"/>
                </a:lnTo>
                <a:lnTo>
                  <a:pt x="668" y="83"/>
                </a:lnTo>
                <a:lnTo>
                  <a:pt x="682" y="96"/>
                </a:lnTo>
                <a:lnTo>
                  <a:pt x="694" y="110"/>
                </a:lnTo>
                <a:lnTo>
                  <a:pt x="705" y="124"/>
                </a:lnTo>
                <a:lnTo>
                  <a:pt x="714" y="139"/>
                </a:lnTo>
                <a:lnTo>
                  <a:pt x="676" y="131"/>
                </a:lnTo>
                <a:lnTo>
                  <a:pt x="639" y="124"/>
                </a:lnTo>
                <a:lnTo>
                  <a:pt x="602" y="117"/>
                </a:lnTo>
                <a:lnTo>
                  <a:pt x="567" y="113"/>
                </a:lnTo>
                <a:lnTo>
                  <a:pt x="534" y="109"/>
                </a:lnTo>
                <a:lnTo>
                  <a:pt x="504" y="106"/>
                </a:lnTo>
                <a:lnTo>
                  <a:pt x="478" y="104"/>
                </a:lnTo>
                <a:lnTo>
                  <a:pt x="458" y="104"/>
                </a:lnTo>
                <a:lnTo>
                  <a:pt x="453" y="104"/>
                </a:lnTo>
                <a:lnTo>
                  <a:pt x="448" y="105"/>
                </a:lnTo>
                <a:lnTo>
                  <a:pt x="444" y="106"/>
                </a:lnTo>
                <a:lnTo>
                  <a:pt x="440" y="109"/>
                </a:lnTo>
                <a:lnTo>
                  <a:pt x="436" y="112"/>
                </a:lnTo>
                <a:lnTo>
                  <a:pt x="434" y="115"/>
                </a:lnTo>
                <a:lnTo>
                  <a:pt x="432" y="119"/>
                </a:lnTo>
                <a:lnTo>
                  <a:pt x="432" y="124"/>
                </a:lnTo>
                <a:lnTo>
                  <a:pt x="432" y="133"/>
                </a:lnTo>
                <a:lnTo>
                  <a:pt x="432" y="415"/>
                </a:lnTo>
                <a:lnTo>
                  <a:pt x="403" y="415"/>
                </a:lnTo>
                <a:lnTo>
                  <a:pt x="404" y="133"/>
                </a:lnTo>
                <a:lnTo>
                  <a:pt x="404" y="124"/>
                </a:lnTo>
                <a:lnTo>
                  <a:pt x="403" y="119"/>
                </a:lnTo>
                <a:lnTo>
                  <a:pt x="402" y="115"/>
                </a:lnTo>
                <a:lnTo>
                  <a:pt x="398" y="112"/>
                </a:lnTo>
                <a:lnTo>
                  <a:pt x="395" y="109"/>
                </a:lnTo>
                <a:lnTo>
                  <a:pt x="392" y="106"/>
                </a:lnTo>
                <a:lnTo>
                  <a:pt x="388" y="105"/>
                </a:lnTo>
                <a:lnTo>
                  <a:pt x="382" y="104"/>
                </a:lnTo>
                <a:lnTo>
                  <a:pt x="378" y="104"/>
                </a:lnTo>
                <a:lnTo>
                  <a:pt x="356" y="104"/>
                </a:lnTo>
                <a:lnTo>
                  <a:pt x="331" y="106"/>
                </a:lnTo>
                <a:lnTo>
                  <a:pt x="301" y="109"/>
                </a:lnTo>
                <a:lnTo>
                  <a:pt x="268" y="113"/>
                </a:lnTo>
                <a:lnTo>
                  <a:pt x="232" y="118"/>
                </a:lnTo>
                <a:lnTo>
                  <a:pt x="195" y="124"/>
                </a:lnTo>
                <a:lnTo>
                  <a:pt x="157" y="131"/>
                </a:lnTo>
                <a:lnTo>
                  <a:pt x="121" y="139"/>
                </a:lnTo>
                <a:lnTo>
                  <a:pt x="129" y="125"/>
                </a:lnTo>
                <a:lnTo>
                  <a:pt x="140" y="110"/>
                </a:lnTo>
                <a:lnTo>
                  <a:pt x="152" y="96"/>
                </a:lnTo>
                <a:lnTo>
                  <a:pt x="166" y="83"/>
                </a:lnTo>
                <a:lnTo>
                  <a:pt x="180" y="71"/>
                </a:lnTo>
                <a:lnTo>
                  <a:pt x="197" y="59"/>
                </a:lnTo>
                <a:lnTo>
                  <a:pt x="215" y="48"/>
                </a:lnTo>
                <a:lnTo>
                  <a:pt x="233" y="38"/>
                </a:lnTo>
                <a:lnTo>
                  <a:pt x="254" y="30"/>
                </a:lnTo>
                <a:lnTo>
                  <a:pt x="274" y="22"/>
                </a:lnTo>
                <a:lnTo>
                  <a:pt x="296" y="16"/>
                </a:lnTo>
                <a:lnTo>
                  <a:pt x="319" y="9"/>
                </a:lnTo>
                <a:lnTo>
                  <a:pt x="342" y="5"/>
                </a:lnTo>
                <a:lnTo>
                  <a:pt x="367" y="2"/>
                </a:lnTo>
                <a:lnTo>
                  <a:pt x="392" y="0"/>
                </a:lnTo>
                <a:lnTo>
                  <a:pt x="417" y="0"/>
                </a:lnTo>
                <a:close/>
                <a:moveTo>
                  <a:pt x="201" y="579"/>
                </a:moveTo>
                <a:lnTo>
                  <a:pt x="201" y="519"/>
                </a:lnTo>
                <a:lnTo>
                  <a:pt x="175" y="519"/>
                </a:lnTo>
                <a:lnTo>
                  <a:pt x="150" y="519"/>
                </a:lnTo>
                <a:lnTo>
                  <a:pt x="125" y="519"/>
                </a:lnTo>
                <a:lnTo>
                  <a:pt x="100" y="519"/>
                </a:lnTo>
                <a:lnTo>
                  <a:pt x="75" y="519"/>
                </a:lnTo>
                <a:lnTo>
                  <a:pt x="49" y="519"/>
                </a:lnTo>
                <a:lnTo>
                  <a:pt x="25" y="519"/>
                </a:lnTo>
                <a:lnTo>
                  <a:pt x="0" y="519"/>
                </a:lnTo>
                <a:lnTo>
                  <a:pt x="0" y="579"/>
                </a:lnTo>
                <a:lnTo>
                  <a:pt x="58" y="579"/>
                </a:lnTo>
                <a:lnTo>
                  <a:pt x="58" y="727"/>
                </a:lnTo>
                <a:lnTo>
                  <a:pt x="141" y="727"/>
                </a:lnTo>
                <a:lnTo>
                  <a:pt x="141" y="579"/>
                </a:lnTo>
                <a:lnTo>
                  <a:pt x="201" y="579"/>
                </a:lnTo>
                <a:close/>
                <a:moveTo>
                  <a:pt x="303" y="602"/>
                </a:moveTo>
                <a:lnTo>
                  <a:pt x="261" y="727"/>
                </a:lnTo>
                <a:lnTo>
                  <a:pt x="180" y="727"/>
                </a:lnTo>
                <a:lnTo>
                  <a:pt x="260" y="519"/>
                </a:lnTo>
                <a:lnTo>
                  <a:pt x="282" y="519"/>
                </a:lnTo>
                <a:lnTo>
                  <a:pt x="303" y="519"/>
                </a:lnTo>
                <a:lnTo>
                  <a:pt x="326" y="519"/>
                </a:lnTo>
                <a:lnTo>
                  <a:pt x="348" y="519"/>
                </a:lnTo>
                <a:lnTo>
                  <a:pt x="427" y="727"/>
                </a:lnTo>
                <a:lnTo>
                  <a:pt x="346" y="727"/>
                </a:lnTo>
                <a:lnTo>
                  <a:pt x="303" y="602"/>
                </a:lnTo>
                <a:close/>
                <a:moveTo>
                  <a:pt x="608" y="579"/>
                </a:moveTo>
                <a:lnTo>
                  <a:pt x="608" y="519"/>
                </a:lnTo>
                <a:lnTo>
                  <a:pt x="583" y="519"/>
                </a:lnTo>
                <a:lnTo>
                  <a:pt x="557" y="519"/>
                </a:lnTo>
                <a:lnTo>
                  <a:pt x="532" y="519"/>
                </a:lnTo>
                <a:lnTo>
                  <a:pt x="507" y="519"/>
                </a:lnTo>
                <a:lnTo>
                  <a:pt x="483" y="519"/>
                </a:lnTo>
                <a:lnTo>
                  <a:pt x="458" y="519"/>
                </a:lnTo>
                <a:lnTo>
                  <a:pt x="432" y="519"/>
                </a:lnTo>
                <a:lnTo>
                  <a:pt x="407" y="519"/>
                </a:lnTo>
                <a:lnTo>
                  <a:pt x="407" y="579"/>
                </a:lnTo>
                <a:lnTo>
                  <a:pt x="466" y="579"/>
                </a:lnTo>
                <a:lnTo>
                  <a:pt x="466" y="727"/>
                </a:lnTo>
                <a:lnTo>
                  <a:pt x="548" y="727"/>
                </a:lnTo>
                <a:lnTo>
                  <a:pt x="548" y="579"/>
                </a:lnTo>
                <a:lnTo>
                  <a:pt x="608" y="579"/>
                </a:lnTo>
                <a:close/>
                <a:moveTo>
                  <a:pt x="712" y="602"/>
                </a:moveTo>
                <a:lnTo>
                  <a:pt x="669" y="727"/>
                </a:lnTo>
                <a:lnTo>
                  <a:pt x="587" y="727"/>
                </a:lnTo>
                <a:lnTo>
                  <a:pt x="667" y="519"/>
                </a:lnTo>
                <a:lnTo>
                  <a:pt x="689" y="519"/>
                </a:lnTo>
                <a:lnTo>
                  <a:pt x="712" y="519"/>
                </a:lnTo>
                <a:lnTo>
                  <a:pt x="733" y="519"/>
                </a:lnTo>
                <a:lnTo>
                  <a:pt x="755" y="519"/>
                </a:lnTo>
                <a:lnTo>
                  <a:pt x="835" y="727"/>
                </a:lnTo>
                <a:lnTo>
                  <a:pt x="754" y="727"/>
                </a:lnTo>
                <a:lnTo>
                  <a:pt x="712" y="602"/>
                </a:lnTo>
                <a:close/>
                <a:moveTo>
                  <a:pt x="727" y="172"/>
                </a:moveTo>
                <a:lnTo>
                  <a:pt x="729" y="181"/>
                </a:lnTo>
                <a:lnTo>
                  <a:pt x="730" y="190"/>
                </a:lnTo>
                <a:lnTo>
                  <a:pt x="731" y="198"/>
                </a:lnTo>
                <a:lnTo>
                  <a:pt x="731" y="207"/>
                </a:lnTo>
                <a:lnTo>
                  <a:pt x="730" y="224"/>
                </a:lnTo>
                <a:lnTo>
                  <a:pt x="727" y="240"/>
                </a:lnTo>
                <a:lnTo>
                  <a:pt x="722" y="257"/>
                </a:lnTo>
                <a:lnTo>
                  <a:pt x="715" y="273"/>
                </a:lnTo>
                <a:lnTo>
                  <a:pt x="706" y="288"/>
                </a:lnTo>
                <a:lnTo>
                  <a:pt x="696" y="302"/>
                </a:lnTo>
                <a:lnTo>
                  <a:pt x="685" y="316"/>
                </a:lnTo>
                <a:lnTo>
                  <a:pt x="670" y="329"/>
                </a:lnTo>
                <a:lnTo>
                  <a:pt x="656" y="342"/>
                </a:lnTo>
                <a:lnTo>
                  <a:pt x="640" y="354"/>
                </a:lnTo>
                <a:lnTo>
                  <a:pt x="622" y="365"/>
                </a:lnTo>
                <a:lnTo>
                  <a:pt x="604" y="374"/>
                </a:lnTo>
                <a:lnTo>
                  <a:pt x="584" y="383"/>
                </a:lnTo>
                <a:lnTo>
                  <a:pt x="562" y="392"/>
                </a:lnTo>
                <a:lnTo>
                  <a:pt x="541" y="398"/>
                </a:lnTo>
                <a:lnTo>
                  <a:pt x="518" y="405"/>
                </a:lnTo>
                <a:lnTo>
                  <a:pt x="476" y="202"/>
                </a:lnTo>
                <a:lnTo>
                  <a:pt x="475" y="193"/>
                </a:lnTo>
                <a:lnTo>
                  <a:pt x="474" y="183"/>
                </a:lnTo>
                <a:lnTo>
                  <a:pt x="474" y="175"/>
                </a:lnTo>
                <a:lnTo>
                  <a:pt x="474" y="166"/>
                </a:lnTo>
                <a:lnTo>
                  <a:pt x="475" y="162"/>
                </a:lnTo>
                <a:lnTo>
                  <a:pt x="477" y="158"/>
                </a:lnTo>
                <a:lnTo>
                  <a:pt x="479" y="155"/>
                </a:lnTo>
                <a:lnTo>
                  <a:pt x="481" y="152"/>
                </a:lnTo>
                <a:lnTo>
                  <a:pt x="485" y="149"/>
                </a:lnTo>
                <a:lnTo>
                  <a:pt x="489" y="146"/>
                </a:lnTo>
                <a:lnTo>
                  <a:pt x="493" y="145"/>
                </a:lnTo>
                <a:lnTo>
                  <a:pt x="499" y="144"/>
                </a:lnTo>
                <a:lnTo>
                  <a:pt x="528" y="145"/>
                </a:lnTo>
                <a:lnTo>
                  <a:pt x="556" y="148"/>
                </a:lnTo>
                <a:lnTo>
                  <a:pt x="584" y="151"/>
                </a:lnTo>
                <a:lnTo>
                  <a:pt x="613" y="154"/>
                </a:lnTo>
                <a:lnTo>
                  <a:pt x="641" y="158"/>
                </a:lnTo>
                <a:lnTo>
                  <a:pt x="669" y="163"/>
                </a:lnTo>
                <a:lnTo>
                  <a:pt x="699" y="167"/>
                </a:lnTo>
                <a:lnTo>
                  <a:pt x="727" y="172"/>
                </a:lnTo>
                <a:close/>
                <a:moveTo>
                  <a:pt x="317" y="405"/>
                </a:moveTo>
                <a:lnTo>
                  <a:pt x="295" y="399"/>
                </a:lnTo>
                <a:lnTo>
                  <a:pt x="272" y="392"/>
                </a:lnTo>
                <a:lnTo>
                  <a:pt x="251" y="384"/>
                </a:lnTo>
                <a:lnTo>
                  <a:pt x="231" y="374"/>
                </a:lnTo>
                <a:lnTo>
                  <a:pt x="213" y="365"/>
                </a:lnTo>
                <a:lnTo>
                  <a:pt x="195" y="354"/>
                </a:lnTo>
                <a:lnTo>
                  <a:pt x="179" y="342"/>
                </a:lnTo>
                <a:lnTo>
                  <a:pt x="164" y="330"/>
                </a:lnTo>
                <a:lnTo>
                  <a:pt x="150" y="316"/>
                </a:lnTo>
                <a:lnTo>
                  <a:pt x="138" y="303"/>
                </a:lnTo>
                <a:lnTo>
                  <a:pt x="128" y="288"/>
                </a:lnTo>
                <a:lnTo>
                  <a:pt x="120" y="273"/>
                </a:lnTo>
                <a:lnTo>
                  <a:pt x="112" y="257"/>
                </a:lnTo>
                <a:lnTo>
                  <a:pt x="108" y="240"/>
                </a:lnTo>
                <a:lnTo>
                  <a:pt x="105" y="224"/>
                </a:lnTo>
                <a:lnTo>
                  <a:pt x="103" y="207"/>
                </a:lnTo>
                <a:lnTo>
                  <a:pt x="103" y="198"/>
                </a:lnTo>
                <a:lnTo>
                  <a:pt x="105" y="190"/>
                </a:lnTo>
                <a:lnTo>
                  <a:pt x="106" y="181"/>
                </a:lnTo>
                <a:lnTo>
                  <a:pt x="108" y="172"/>
                </a:lnTo>
                <a:lnTo>
                  <a:pt x="136" y="168"/>
                </a:lnTo>
                <a:lnTo>
                  <a:pt x="165" y="163"/>
                </a:lnTo>
                <a:lnTo>
                  <a:pt x="193" y="158"/>
                </a:lnTo>
                <a:lnTo>
                  <a:pt x="222" y="154"/>
                </a:lnTo>
                <a:lnTo>
                  <a:pt x="250" y="151"/>
                </a:lnTo>
                <a:lnTo>
                  <a:pt x="280" y="148"/>
                </a:lnTo>
                <a:lnTo>
                  <a:pt x="308" y="145"/>
                </a:lnTo>
                <a:lnTo>
                  <a:pt x="337" y="144"/>
                </a:lnTo>
                <a:lnTo>
                  <a:pt x="342" y="144"/>
                </a:lnTo>
                <a:lnTo>
                  <a:pt x="348" y="145"/>
                </a:lnTo>
                <a:lnTo>
                  <a:pt x="351" y="146"/>
                </a:lnTo>
                <a:lnTo>
                  <a:pt x="354" y="150"/>
                </a:lnTo>
                <a:lnTo>
                  <a:pt x="357" y="153"/>
                </a:lnTo>
                <a:lnTo>
                  <a:pt x="358" y="156"/>
                </a:lnTo>
                <a:lnTo>
                  <a:pt x="361" y="161"/>
                </a:lnTo>
                <a:lnTo>
                  <a:pt x="362" y="165"/>
                </a:lnTo>
                <a:lnTo>
                  <a:pt x="362" y="175"/>
                </a:lnTo>
                <a:lnTo>
                  <a:pt x="362" y="184"/>
                </a:lnTo>
                <a:lnTo>
                  <a:pt x="361" y="194"/>
                </a:lnTo>
                <a:lnTo>
                  <a:pt x="359" y="202"/>
                </a:lnTo>
                <a:lnTo>
                  <a:pt x="317" y="405"/>
                </a:lnTo>
                <a:close/>
              </a:path>
            </a:pathLst>
          </a:custGeom>
          <a:solidFill>
            <a:srgbClr val="FEFEF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9" name="Picture 4" descr="Q:\Repro 2\New guidelines 2011_12\Final 260411\PPT\OLD\050511\WMF\TATA Patter revised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345407"/>
            <a:ext cx="3282087" cy="1260043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448733" y="6334126"/>
            <a:ext cx="32512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>
                <a:solidFill>
                  <a:schemeClr val="bg1"/>
                </a:solidFill>
                <a:latin typeface="+mn-lt"/>
              </a:rPr>
              <a:t>Copyright © 2012 Tata Consultancy Services Limited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886200"/>
            <a:ext cx="10363200" cy="622300"/>
          </a:xfrm>
        </p:spPr>
        <p:txBody>
          <a:bodyPr anchor="t">
            <a:noAutofit/>
          </a:bodyPr>
          <a:lstStyle>
            <a:lvl1pPr algn="ctr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750887"/>
          </a:xfrm>
        </p:spPr>
        <p:txBody>
          <a:bodyPr anchor="b">
            <a:no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896" y="1189037"/>
            <a:ext cx="5384800" cy="4525963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6371768" y="1189037"/>
            <a:ext cx="5384800" cy="4525963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896" y="1187450"/>
            <a:ext cx="5386917" cy="71278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896" y="1916112"/>
            <a:ext cx="5386917" cy="3951288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184" y="1187450"/>
            <a:ext cx="5389033" cy="71278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8184" y="1916112"/>
            <a:ext cx="5389033" cy="3951288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897" y="1125538"/>
            <a:ext cx="4011084" cy="787399"/>
          </a:xfrm>
        </p:spPr>
        <p:txBody>
          <a:bodyPr anchor="b">
            <a:noAutofit/>
          </a:bodyPr>
          <a:lstStyle>
            <a:lvl1pPr algn="l">
              <a:defRPr sz="2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5437" y="1125538"/>
            <a:ext cx="6815667" cy="5199063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897" y="1951037"/>
            <a:ext cx="4011084" cy="4373563"/>
          </a:xfrm>
        </p:spPr>
        <p:txBody>
          <a:bodyPr>
            <a:no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76801"/>
            <a:ext cx="7315200" cy="566738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43001"/>
            <a:ext cx="7315200" cy="366077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43539"/>
            <a:ext cx="7315200" cy="8048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4405" y="1190625"/>
            <a:ext cx="11161184" cy="1323975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192" y="1168400"/>
            <a:ext cx="11237408" cy="5156200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71424" y="1189038"/>
            <a:ext cx="2743200" cy="5135563"/>
          </a:xfrm>
        </p:spPr>
        <p:txBody>
          <a:bodyPr vert="eaVer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544" y="1189038"/>
            <a:ext cx="8253789" cy="5135563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4800" y="304800"/>
            <a:ext cx="406400" cy="152400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" name="Rectangle 8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27200" y="331694"/>
            <a:ext cx="100584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192" y="1189037"/>
            <a:ext cx="112374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9" name="Rectangle 71"/>
          <p:cNvSpPr txBox="1">
            <a:spLocks noChangeArrowheads="1"/>
          </p:cNvSpPr>
          <p:nvPr/>
        </p:nvSpPr>
        <p:spPr bwMode="auto">
          <a:xfrm>
            <a:off x="10972801" y="6311900"/>
            <a:ext cx="884767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55AB4-0D57-4FBE-946B-A81E4A9D2A4C}" type="slidenum">
              <a:rPr lang="en-US" sz="1200" kern="1200" noProof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200" kern="1200" noProof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</a:p>
        </p:txBody>
      </p:sp>
      <p:grpSp>
        <p:nvGrpSpPr>
          <p:cNvPr id="5" name="Group 8"/>
          <p:cNvGrpSpPr>
            <a:grpSpLocks noChangeAspect="1"/>
          </p:cNvGrpSpPr>
          <p:nvPr/>
        </p:nvGrpSpPr>
        <p:grpSpPr bwMode="auto">
          <a:xfrm>
            <a:off x="567267" y="6426200"/>
            <a:ext cx="3230189" cy="279400"/>
            <a:chOff x="240" y="3744"/>
            <a:chExt cx="2055" cy="237"/>
          </a:xfrm>
        </p:grpSpPr>
        <p:sp>
          <p:nvSpPr>
            <p:cNvPr id="76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240" y="3744"/>
              <a:ext cx="205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7" name="Freeform 9"/>
            <p:cNvSpPr>
              <a:spLocks noEditPoints="1"/>
            </p:cNvSpPr>
            <p:nvPr userDrawn="1"/>
          </p:nvSpPr>
          <p:spPr bwMode="auto">
            <a:xfrm>
              <a:off x="1355" y="3744"/>
              <a:ext cx="462" cy="80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solidFill>
              <a:srgbClr val="4473B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8" name="Freeform 10"/>
            <p:cNvSpPr>
              <a:spLocks noEditPoints="1"/>
            </p:cNvSpPr>
            <p:nvPr userDrawn="1"/>
          </p:nvSpPr>
          <p:spPr bwMode="auto">
            <a:xfrm>
              <a:off x="590" y="3744"/>
              <a:ext cx="737" cy="80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solidFill>
              <a:srgbClr val="4473B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9" name="Freeform 11"/>
            <p:cNvSpPr>
              <a:spLocks noEditPoints="1"/>
            </p:cNvSpPr>
            <p:nvPr userDrawn="1"/>
          </p:nvSpPr>
          <p:spPr bwMode="auto">
            <a:xfrm>
              <a:off x="240" y="3745"/>
              <a:ext cx="311" cy="78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solidFill>
              <a:srgbClr val="4473B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0" name="Freeform 12"/>
            <p:cNvSpPr>
              <a:spLocks noEditPoints="1"/>
            </p:cNvSpPr>
            <p:nvPr userDrawn="1"/>
          </p:nvSpPr>
          <p:spPr bwMode="auto">
            <a:xfrm>
              <a:off x="1301" y="3876"/>
              <a:ext cx="994" cy="105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rgbClr val="7D99C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3810001"/>
            <a:ext cx="121920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4" name="Picture 2" descr="Q:\Repro 2\New guidelines 2011_12\Final 260411\PPT\OLD\050511\WMF\text slide pattern_2 boxes_060511.wmf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1"/>
            <a:ext cx="1658443" cy="10668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b="1">
                <a:latin typeface="Constantia"/>
                <a:cs typeface="Arial"/>
              </a:rPr>
              <a:t>PL/SQL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AGENDA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762000" y="1575666"/>
            <a:ext cx="108204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PL/SQL Introduction</a:t>
            </a:r>
            <a:endParaRPr lang="en-US" dirty="0">
              <a:cs typeface="Arial"/>
            </a:endParaRP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PL/SQL Environment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WHY PL/SQL?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Basic Syntax</a:t>
            </a:r>
            <a:endParaRPr lang="en-US" dirty="0">
              <a:cs typeface="Arial"/>
            </a:endParaRP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Data Types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Variables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Operators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Control and Loops statements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Strings and Arrays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Procedures and Cursors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Functions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Triggers</a:t>
            </a:r>
          </a:p>
        </p:txBody>
      </p:sp>
    </p:spTree>
    <p:extLst>
      <p:ext uri="{BB962C8B-B14F-4D97-AF65-F5344CB8AC3E}">
        <p14:creationId xmlns:p14="http://schemas.microsoft.com/office/powerpoint/2010/main" val="170061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PL/SQL Introduction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17757"/>
            <a:ext cx="1122449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The PL/SQL programming language was developed by Oracle corporation in the late 1980s as procedural extension language for SQL and the Oracle relation database.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PL/SQL is a completely portable, high-performance transaction-processing language.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PL/SQL provides built-in, interpreted and OS independent programming environment.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PL/SQL can also be directly called from the command-line </a:t>
            </a:r>
            <a:r>
              <a:rPr lang="en-US" sz="2400" b="1" i="1" dirty="0">
                <a:latin typeface="Constantia"/>
                <a:cs typeface="Arial"/>
              </a:rPr>
              <a:t>SQL*Plus interface</a:t>
            </a:r>
            <a:r>
              <a:rPr lang="en-US" sz="2400" dirty="0">
                <a:latin typeface="Constantia"/>
                <a:cs typeface="Arial"/>
              </a:rPr>
              <a:t>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PL/SQL's general syntax is based on Pascal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26764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1364F-5414-D1D3-1EFB-A55DB0C4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92B4-8AE3-827F-BDBA-DFDC4FC8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PL/SQL Introduction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726A0-4C2A-1A53-D7C9-CB2B8F76939D}"/>
              </a:ext>
            </a:extLst>
          </p:cNvPr>
          <p:cNvSpPr txBox="1"/>
          <p:nvPr/>
        </p:nvSpPr>
        <p:spPr>
          <a:xfrm>
            <a:off x="565727" y="1217757"/>
            <a:ext cx="1122449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Constantia"/>
                <a:cs typeface="Arial"/>
              </a:rPr>
              <a:t>Features of PL/SQL</a:t>
            </a:r>
            <a:endParaRPr lang="en-US"/>
          </a:p>
          <a:p>
            <a:pPr marL="342900" indent="-342900" algn="just">
              <a:buFont typeface="Arial"/>
              <a:buChar char="•"/>
            </a:pP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dirty="0">
                <a:latin typeface="Constantia"/>
                <a:cs typeface="Arial"/>
              </a:rPr>
              <a:t>PL/SQL is tightly integrated with SQL.</a:t>
            </a:r>
            <a:endParaRPr lang="en-US" dirty="0"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dirty="0">
                <a:latin typeface="Constantia"/>
                <a:cs typeface="Arial"/>
              </a:rPr>
              <a:t>It offers extensive error checking.</a:t>
            </a: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dirty="0">
                <a:latin typeface="Constantia"/>
                <a:cs typeface="Arial"/>
              </a:rPr>
              <a:t>It offers numerous data types.</a:t>
            </a: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dirty="0">
                <a:latin typeface="Constantia"/>
                <a:cs typeface="Arial"/>
              </a:rPr>
              <a:t>It offers variety of programming structures.</a:t>
            </a: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dirty="0">
                <a:latin typeface="Constantia"/>
                <a:cs typeface="Arial"/>
              </a:rPr>
              <a:t>It supports structured programming through functions and procedures.</a:t>
            </a: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dirty="0">
                <a:latin typeface="Constantia"/>
                <a:cs typeface="Arial"/>
              </a:rPr>
              <a:t>It supports object-oriented programming</a:t>
            </a:r>
          </a:p>
          <a:p>
            <a:pPr marL="342900" indent="-342900" algn="just">
              <a:buFont typeface="Arial"/>
              <a:buChar char="•"/>
            </a:pPr>
            <a:endParaRPr lang="en-US" sz="20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dirty="0">
                <a:latin typeface="Constantia"/>
                <a:cs typeface="Arial"/>
              </a:rPr>
              <a:t>It supports the development of web applications and server pages.</a:t>
            </a:r>
          </a:p>
        </p:txBody>
      </p:sp>
    </p:spTree>
    <p:extLst>
      <p:ext uri="{BB962C8B-B14F-4D97-AF65-F5344CB8AC3E}">
        <p14:creationId xmlns:p14="http://schemas.microsoft.com/office/powerpoint/2010/main" val="321111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PL/SQL Environment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621848"/>
            <a:ext cx="1122449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PL/SQL is not a standalone programming language; It is a tool within the Oracle Programming environment.</a:t>
            </a:r>
          </a:p>
          <a:p>
            <a:pPr algn="just"/>
            <a:endParaRPr lang="en-US" sz="24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 dirty="0">
                <a:latin typeface="Constantia"/>
                <a:cs typeface="Arial"/>
              </a:rPr>
              <a:t>SQL*Plus</a:t>
            </a:r>
            <a:r>
              <a:rPr lang="en-US" sz="2400" dirty="0">
                <a:latin typeface="Constantia"/>
                <a:cs typeface="Arial"/>
              </a:rPr>
              <a:t> is a interactive tool that allows you to type SQL and PL/SQL statements at the command prompt.</a:t>
            </a:r>
          </a:p>
          <a:p>
            <a:pPr algn="just"/>
            <a:endParaRPr lang="en-US" sz="24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These commands are then sent to the database for processing. Once statements are processed, the result are sent back and displayed on screen. </a:t>
            </a:r>
          </a:p>
          <a:p>
            <a:pPr marL="342900" indent="-342900" algn="just">
              <a:buFont typeface="Arial"/>
              <a:buChar char="•"/>
            </a:pPr>
            <a:endParaRPr lang="en-US" sz="24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To run the PL/SQL programs, you should have the </a:t>
            </a:r>
            <a:r>
              <a:rPr lang="en-US" sz="2400" b="1" i="1" dirty="0">
                <a:latin typeface="Constantia"/>
                <a:cs typeface="Arial"/>
              </a:rPr>
              <a:t>ORACLE RDBMS</a:t>
            </a:r>
            <a:r>
              <a:rPr lang="en-US" sz="2400" dirty="0">
                <a:latin typeface="Constantia"/>
                <a:cs typeface="Arial"/>
              </a:rPr>
              <a:t> Server installed in your machine. This will take care of execution of the SQL Commands.</a:t>
            </a:r>
          </a:p>
        </p:txBody>
      </p:sp>
    </p:spTree>
    <p:extLst>
      <p:ext uri="{BB962C8B-B14F-4D97-AF65-F5344CB8AC3E}">
        <p14:creationId xmlns:p14="http://schemas.microsoft.com/office/powerpoint/2010/main" val="368356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WHY PL/SQL?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171575"/>
            <a:ext cx="1122449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PL/SQL is tightly integrated with oracle database. It allows you to embed SQL statements directly into your PL/SQL code, facilitating seamless interaction with database.</a:t>
            </a:r>
          </a:p>
          <a:p>
            <a:pPr algn="just"/>
            <a:endParaRPr lang="en-US" sz="24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PL/SQL provides LOOPS, Conditional Statements and Exception Handling, allowing you to write complex business logic.</a:t>
            </a:r>
            <a:endParaRPr lang="en-US" sz="2400" b="1">
              <a:latin typeface="Constantia"/>
              <a:cs typeface="Arial"/>
            </a:endParaRPr>
          </a:p>
          <a:p>
            <a:pPr algn="just"/>
            <a:endParaRPr lang="en-US" sz="24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It supports creation of procedures, functions, packages and triggers, prompting modularity and reusability of code.</a:t>
            </a:r>
          </a:p>
          <a:p>
            <a:pPr marL="342900" indent="-342900" algn="just">
              <a:buFont typeface="Arial"/>
              <a:buChar char="•"/>
            </a:pPr>
            <a:endParaRPr lang="en-US" sz="24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PL/SQL Programs execute with the privileges of their owner, allowing for fine-grained access control.  It supports the principle of least privilege, enhancing database security.</a:t>
            </a:r>
          </a:p>
        </p:txBody>
      </p:sp>
    </p:spTree>
    <p:extLst>
      <p:ext uri="{BB962C8B-B14F-4D97-AF65-F5344CB8AC3E}">
        <p14:creationId xmlns:p14="http://schemas.microsoft.com/office/powerpoint/2010/main" val="428661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Basic Syntax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PL/SQL is </a:t>
            </a:r>
            <a:r>
              <a:rPr lang="en-US" sz="2000" noProof="1">
                <a:latin typeface="Constantia"/>
                <a:cs typeface="Arial"/>
              </a:rPr>
              <a:t>block </a:t>
            </a:r>
            <a:r>
              <a:rPr lang="en-US" sz="2000">
                <a:latin typeface="Constantia"/>
                <a:cs typeface="Arial"/>
              </a:rPr>
              <a:t>structured language; this means that the PL/SQL programs are divided and written into logical blocks of code.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Every PL/SQL statement ends with a semicolon (;).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PL/SQL can be nested within other PL/SQL blocks using </a:t>
            </a:r>
            <a:r>
              <a:rPr lang="en-US" sz="2000" b="1">
                <a:latin typeface="Constantia"/>
                <a:cs typeface="Arial"/>
              </a:rPr>
              <a:t>BEGIN</a:t>
            </a:r>
            <a:r>
              <a:rPr lang="en-US" sz="2000">
                <a:latin typeface="Constantia"/>
                <a:cs typeface="Arial"/>
              </a:rPr>
              <a:t> and </a:t>
            </a:r>
            <a:r>
              <a:rPr lang="en-US" sz="2000" b="1">
                <a:latin typeface="Constantia"/>
                <a:cs typeface="Arial"/>
              </a:rPr>
              <a:t>END.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Each block consists of three sub-parts:</a:t>
            </a:r>
          </a:p>
          <a:p>
            <a:pPr marL="342900" indent="-342900" algn="just">
              <a:buFont typeface="Arial"/>
              <a:buChar char="•"/>
            </a:pPr>
            <a:endParaRPr lang="en-US" sz="2000">
              <a:latin typeface="Constantia"/>
              <a:cs typeface="Arial"/>
            </a:endParaRPr>
          </a:p>
          <a:p>
            <a:pPr algn="just"/>
            <a:endParaRPr lang="en-US" sz="2000">
              <a:latin typeface="Constantia"/>
              <a:cs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8809BA-DB99-C667-94F1-F3FF5E2EA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921502"/>
              </p:ext>
            </p:extLst>
          </p:nvPr>
        </p:nvGraphicFramePr>
        <p:xfrm>
          <a:off x="984134" y="2858285"/>
          <a:ext cx="9997449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242">
                  <a:extLst>
                    <a:ext uri="{9D8B030D-6E8A-4147-A177-3AD203B41FA5}">
                      <a16:colId xmlns:a16="http://schemas.microsoft.com/office/drawing/2014/main" val="2373111268"/>
                    </a:ext>
                  </a:extLst>
                </a:gridCol>
                <a:gridCol w="6500207">
                  <a:extLst>
                    <a:ext uri="{9D8B030D-6E8A-4147-A177-3AD203B41FA5}">
                      <a16:colId xmlns:a16="http://schemas.microsoft.com/office/drawing/2014/main" val="633980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tantia"/>
                        </a:rPr>
                        <a:t>Blocks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tanti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7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Constantia"/>
                        </a:rPr>
                        <a:t>Declarations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Constantia"/>
                        </a:rPr>
                        <a:t>This section starts with keyword </a:t>
                      </a:r>
                      <a:r>
                        <a:rPr lang="en-US" b="1">
                          <a:latin typeface="Constantia"/>
                        </a:rPr>
                        <a:t>DECLARE. </a:t>
                      </a:r>
                      <a:r>
                        <a:rPr lang="en-US" b="0">
                          <a:latin typeface="Constantia"/>
                        </a:rPr>
                        <a:t>It is an optional section and defines all variables, cursors, subprograms, and other elements to be used in the  program.</a:t>
                      </a:r>
                      <a:endParaRPr lang="en-US" b="1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59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Constantia"/>
                        </a:rPr>
                        <a:t>Executable Commands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Constantia"/>
                        </a:rPr>
                        <a:t>T</a:t>
                      </a:r>
                      <a:r>
                        <a:rPr lang="en-US" noProof="1">
                          <a:latin typeface="Constantia"/>
                        </a:rPr>
                        <a:t>his section is encloses between the keywords </a:t>
                      </a:r>
                      <a:r>
                        <a:rPr lang="en-US" b="1" noProof="1">
                          <a:latin typeface="Constantia"/>
                        </a:rPr>
                        <a:t>BEGIN</a:t>
                      </a:r>
                      <a:r>
                        <a:rPr lang="en-US" noProof="1">
                          <a:latin typeface="Constantia"/>
                        </a:rPr>
                        <a:t> and </a:t>
                      </a:r>
                      <a:r>
                        <a:rPr lang="en-US" b="1" noProof="1">
                          <a:latin typeface="Constantia"/>
                        </a:rPr>
                        <a:t>END </a:t>
                      </a:r>
                      <a:r>
                        <a:rPr lang="en-US" b="0" noProof="1">
                          <a:latin typeface="Constantia"/>
                        </a:rPr>
                        <a:t>and it is a mandatory section. It should have atleast one executable line of code, which may be just a </a:t>
                      </a:r>
                      <a:r>
                        <a:rPr lang="en-US" b="1" noProof="1">
                          <a:latin typeface="Constantia"/>
                        </a:rPr>
                        <a:t>NULL</a:t>
                      </a:r>
                      <a:r>
                        <a:rPr lang="en-US" b="0" noProof="1">
                          <a:latin typeface="Constantia"/>
                        </a:rPr>
                        <a:t> command.</a:t>
                      </a:r>
                      <a:endParaRPr lang="en-US" b="1" noProof="1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224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Constantia"/>
                        </a:rPr>
                        <a:t>Exception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Constantia"/>
                        </a:rPr>
                        <a:t>This section starts with the keyword </a:t>
                      </a:r>
                      <a:r>
                        <a:rPr lang="en-US" b="1">
                          <a:latin typeface="Constantia"/>
                        </a:rPr>
                        <a:t>EXCEPTION. </a:t>
                      </a:r>
                      <a:r>
                        <a:rPr lang="en-US" b="0">
                          <a:latin typeface="Constantia"/>
                        </a:rPr>
                        <a:t>This optional section contains exceptions that handle errors in the program.</a:t>
                      </a:r>
                      <a:endParaRPr lang="en-US" b="1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12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963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Basic Syntax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715817" y="1956666"/>
            <a:ext cx="4505036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2000" b="1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DECLARE</a:t>
            </a:r>
          </a:p>
          <a:p>
            <a:pPr algn="just"/>
            <a:r>
              <a:rPr lang="en-US" sz="2000" b="1">
                <a:latin typeface="Constantia"/>
                <a:cs typeface="Arial"/>
              </a:rPr>
              <a:t>             </a:t>
            </a:r>
            <a:r>
              <a:rPr lang="en-US" sz="2000">
                <a:latin typeface="Constantia"/>
                <a:cs typeface="Arial"/>
              </a:rPr>
              <a:t>&lt;declarations section&gt;</a:t>
            </a:r>
            <a:endParaRPr lang="en-US" sz="2000" b="1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BEGIN</a:t>
            </a:r>
          </a:p>
          <a:p>
            <a:pPr algn="just"/>
            <a:r>
              <a:rPr lang="en-US" sz="2000" b="1">
                <a:latin typeface="Constantia"/>
                <a:cs typeface="Arial"/>
              </a:rPr>
              <a:t>              </a:t>
            </a:r>
            <a:r>
              <a:rPr lang="en-US" sz="2000">
                <a:latin typeface="Constantia"/>
                <a:cs typeface="Arial"/>
              </a:rPr>
              <a:t>&lt;executable command(s)&gt;</a:t>
            </a:r>
          </a:p>
          <a:p>
            <a:pPr algn="just"/>
            <a:r>
              <a:rPr lang="en-US" sz="2000" b="1">
                <a:latin typeface="Constantia"/>
                <a:cs typeface="Arial"/>
              </a:rPr>
              <a:t>EXCEPTION</a:t>
            </a:r>
            <a:endParaRPr lang="en-US" sz="2000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              </a:t>
            </a:r>
            <a:r>
              <a:rPr lang="en-US" sz="2000">
                <a:latin typeface="Constantia"/>
                <a:cs typeface="Arial"/>
              </a:rPr>
              <a:t>&lt;exception handling&gt;</a:t>
            </a:r>
          </a:p>
          <a:p>
            <a:pPr algn="just"/>
            <a:r>
              <a:rPr lang="en-US" sz="2000" b="1">
                <a:latin typeface="Constantia"/>
                <a:cs typeface="Arial"/>
              </a:rPr>
              <a:t>END;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B6171-AE47-D577-332A-AAE71676D957}"/>
              </a:ext>
            </a:extLst>
          </p:cNvPr>
          <p:cNvSpPr txBox="1"/>
          <p:nvPr/>
        </p:nvSpPr>
        <p:spPr>
          <a:xfrm>
            <a:off x="647700" y="1352550"/>
            <a:ext cx="23241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latin typeface="Constantia"/>
              </a:rPr>
              <a:t>SYNTAX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5158C-12A1-7CC8-A1B7-8B7FC0BD38F4}"/>
              </a:ext>
            </a:extLst>
          </p:cNvPr>
          <p:cNvSpPr txBox="1"/>
          <p:nvPr/>
        </p:nvSpPr>
        <p:spPr>
          <a:xfrm>
            <a:off x="6222998" y="1956666"/>
            <a:ext cx="547485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2000" b="1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DECLARE</a:t>
            </a:r>
          </a:p>
          <a:p>
            <a:pPr algn="just"/>
            <a:r>
              <a:rPr lang="en-US" sz="2000" b="1">
                <a:latin typeface="Constantia"/>
                <a:cs typeface="Arial"/>
              </a:rPr>
              <a:t>             </a:t>
            </a:r>
            <a:r>
              <a:rPr lang="en-US" sz="2000">
                <a:latin typeface="Constantia"/>
                <a:cs typeface="Arial"/>
              </a:rPr>
              <a:t>message varchar2(20) := 'Hello, World';</a:t>
            </a:r>
          </a:p>
          <a:p>
            <a:pPr algn="just"/>
            <a:r>
              <a:rPr lang="en-US" sz="2000" b="1">
                <a:latin typeface="Constantia"/>
                <a:cs typeface="Arial"/>
              </a:rPr>
              <a:t>BEGIN</a:t>
            </a:r>
          </a:p>
          <a:p>
            <a:pPr algn="just"/>
            <a:r>
              <a:rPr lang="en-US" sz="2000" b="1">
                <a:latin typeface="Constantia"/>
                <a:cs typeface="Arial"/>
              </a:rPr>
              <a:t>              </a:t>
            </a:r>
            <a:r>
              <a:rPr lang="en-US" sz="2000" noProof="1">
                <a:latin typeface="Constantia"/>
                <a:cs typeface="Arial"/>
              </a:rPr>
              <a:t>dbms_output.put_line(message);</a:t>
            </a:r>
          </a:p>
          <a:p>
            <a:pPr algn="just"/>
            <a:r>
              <a:rPr lang="en-US" sz="2000" b="1">
                <a:latin typeface="Constantia"/>
                <a:cs typeface="Arial"/>
              </a:rPr>
              <a:t>END;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A5BD4-8D37-49E9-9DB4-A038A6C62F2B}"/>
              </a:ext>
            </a:extLst>
          </p:cNvPr>
          <p:cNvSpPr txBox="1"/>
          <p:nvPr/>
        </p:nvSpPr>
        <p:spPr>
          <a:xfrm>
            <a:off x="6224154" y="1352550"/>
            <a:ext cx="23241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latin typeface="Constantia"/>
              </a:rPr>
              <a:t>EXAMPLE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6C5AC-CEA9-8AE6-8D4B-D82F9AA59DBD}"/>
              </a:ext>
            </a:extLst>
          </p:cNvPr>
          <p:cNvSpPr txBox="1"/>
          <p:nvPr/>
        </p:nvSpPr>
        <p:spPr>
          <a:xfrm>
            <a:off x="718127" y="5034973"/>
            <a:ext cx="68764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The </a:t>
            </a:r>
            <a:r>
              <a:rPr lang="en-US" sz="2000" b="1">
                <a:latin typeface="Constantia"/>
                <a:cs typeface="Arial"/>
              </a:rPr>
              <a:t>END;</a:t>
            </a:r>
            <a:r>
              <a:rPr lang="en-US" sz="2000">
                <a:latin typeface="Constantia"/>
                <a:cs typeface="Arial"/>
              </a:rPr>
              <a:t> line signals the end of PL/SQL block.</a:t>
            </a:r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210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68E8-1EC6-DC58-8FA1-D7688FA3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C90D-36DF-1BD9-D383-AAB71FD9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Basic Syntax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B3C48-29C9-9438-2EA2-D3E137714DB3}"/>
              </a:ext>
            </a:extLst>
          </p:cNvPr>
          <p:cNvSpPr txBox="1"/>
          <p:nvPr/>
        </p:nvSpPr>
        <p:spPr>
          <a:xfrm>
            <a:off x="565727" y="1206212"/>
            <a:ext cx="11224490" cy="55707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endParaRPr lang="en-US" sz="20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latin typeface="Constantia"/>
                <a:cs typeface="Arial"/>
              </a:rPr>
              <a:t>PL/SQL Identifiers</a:t>
            </a:r>
            <a:endParaRPr lang="en-US" sz="20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Identifiers are Constants, Variables, Cursors, Exceptions, Procedures and reserved words.</a:t>
            </a: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The Identifiers consists of a letters optionally followed more letters, numerals, dollar sign, underscores and number signs and should not exceed 30 characters in length.</a:t>
            </a:r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By Default, Identifiers are not </a:t>
            </a:r>
            <a:r>
              <a:rPr lang="en-US" sz="2000" b="1">
                <a:latin typeface="Constantia"/>
                <a:cs typeface="Arial"/>
              </a:rPr>
              <a:t>case sensitive. </a:t>
            </a:r>
            <a:r>
              <a:rPr lang="en-US" sz="2000" noProof="1">
                <a:latin typeface="Constantia"/>
                <a:cs typeface="Arial"/>
              </a:rPr>
              <a:t>So </a:t>
            </a:r>
            <a:r>
              <a:rPr lang="en-US" sz="2000">
                <a:latin typeface="Constantia"/>
                <a:cs typeface="Arial"/>
              </a:rPr>
              <a:t>you can use </a:t>
            </a:r>
            <a:r>
              <a:rPr lang="en-US" sz="2000" b="1">
                <a:latin typeface="Constantia"/>
                <a:cs typeface="Arial"/>
              </a:rPr>
              <a:t>integer or INTEGER </a:t>
            </a:r>
            <a:r>
              <a:rPr lang="en-US" sz="2000">
                <a:latin typeface="Constantia"/>
                <a:cs typeface="Arial"/>
              </a:rPr>
              <a:t>to represent a numeric value.</a:t>
            </a:r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You cannot use reserve keyword as an identifier.</a:t>
            </a:r>
          </a:p>
          <a:p>
            <a:pPr marL="457200" indent="-457200" algn="just">
              <a:buFontTx/>
              <a:buAutoNum type="arabicPeriod"/>
            </a:pPr>
            <a:endParaRPr lang="en-US" sz="20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latin typeface="Constantia"/>
                <a:cs typeface="Arial"/>
              </a:rPr>
              <a:t>PL/SQL Comments</a:t>
            </a:r>
            <a:endParaRPr lang="en-US" sz="24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PL/SQL supports single-line and multi-line comments.</a:t>
            </a: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Single line comments starts with delimiter </a:t>
            </a:r>
            <a:r>
              <a:rPr lang="en-US" sz="2000" b="1">
                <a:latin typeface="Constantia"/>
                <a:cs typeface="Arial"/>
              </a:rPr>
              <a:t>-- (double hyphen.)</a:t>
            </a:r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Multi line comments are enclosed in between </a:t>
            </a:r>
            <a:r>
              <a:rPr lang="en-US" sz="2000" b="1">
                <a:latin typeface="Constantia"/>
                <a:cs typeface="Arial"/>
              </a:rPr>
              <a:t>/* and */</a:t>
            </a:r>
          </a:p>
          <a:p>
            <a:pPr marL="342900" indent="-342900" algn="just">
              <a:buFont typeface="Arial"/>
              <a:buChar char="•"/>
            </a:pPr>
            <a:endParaRPr lang="en-US" sz="2000">
              <a:latin typeface="Constantia"/>
              <a:cs typeface="Arial"/>
            </a:endParaRPr>
          </a:p>
          <a:p>
            <a:pPr algn="just"/>
            <a:endParaRPr lang="en-US" sz="200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4610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onstantia"/>
                <a:cs typeface="Arial"/>
              </a:rPr>
              <a:t>Data Types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936430" y="1206212"/>
            <a:ext cx="1032862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latin typeface="Constantia"/>
                <a:cs typeface="Arial"/>
              </a:rPr>
              <a:t>PL/SQL </a:t>
            </a:r>
            <a:r>
              <a:rPr lang="en-US" sz="2400" b="1" dirty="0">
                <a:latin typeface="Constantia"/>
                <a:cs typeface="Arial"/>
              </a:rPr>
              <a:t>variables</a:t>
            </a:r>
            <a:r>
              <a:rPr lang="en-US" sz="2400" dirty="0">
                <a:latin typeface="Constantia"/>
                <a:cs typeface="Arial"/>
              </a:rPr>
              <a:t>, </a:t>
            </a:r>
            <a:r>
              <a:rPr lang="en-US" sz="2400" b="1" dirty="0">
                <a:latin typeface="Constantia"/>
                <a:cs typeface="Arial"/>
              </a:rPr>
              <a:t>constants</a:t>
            </a:r>
            <a:r>
              <a:rPr lang="en-US" sz="2400" dirty="0">
                <a:latin typeface="Constantia"/>
                <a:cs typeface="Arial"/>
              </a:rPr>
              <a:t> and </a:t>
            </a:r>
            <a:r>
              <a:rPr lang="en-US" sz="2400" b="1" dirty="0">
                <a:latin typeface="Constantia"/>
                <a:cs typeface="Arial"/>
              </a:rPr>
              <a:t>parameters</a:t>
            </a:r>
            <a:r>
              <a:rPr lang="en-US" sz="2400" dirty="0">
                <a:latin typeface="Constantia"/>
                <a:cs typeface="Arial"/>
              </a:rPr>
              <a:t> must have a valid data type.</a:t>
            </a:r>
            <a:endParaRPr lang="en-US"/>
          </a:p>
          <a:p>
            <a:pPr algn="just"/>
            <a:endParaRPr lang="en-US" sz="2000">
              <a:latin typeface="Constanti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439CC9-35AC-480B-346A-388E91C59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365706"/>
              </p:ext>
            </p:extLst>
          </p:nvPr>
        </p:nvGraphicFramePr>
        <p:xfrm>
          <a:off x="1097405" y="1983015"/>
          <a:ext cx="9997448" cy="3946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594">
                  <a:extLst>
                    <a:ext uri="{9D8B030D-6E8A-4147-A177-3AD203B41FA5}">
                      <a16:colId xmlns:a16="http://schemas.microsoft.com/office/drawing/2014/main" val="2373111268"/>
                    </a:ext>
                  </a:extLst>
                </a:gridCol>
                <a:gridCol w="7309854">
                  <a:extLst>
                    <a:ext uri="{9D8B030D-6E8A-4147-A177-3AD203B41FA5}">
                      <a16:colId xmlns:a16="http://schemas.microsoft.com/office/drawing/2014/main" val="633980664"/>
                    </a:ext>
                  </a:extLst>
                </a:gridCol>
              </a:tblGrid>
              <a:tr h="5309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tantia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tanti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77300"/>
                  </a:ext>
                </a:extLst>
              </a:tr>
              <a:tr h="93938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Constantia"/>
                        </a:rPr>
                        <a:t>Scalar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Constantia"/>
                        </a:rPr>
                        <a:t>Single values with no internal components, such as </a:t>
                      </a:r>
                      <a:r>
                        <a:rPr lang="en-US" sz="2000" b="1" dirty="0">
                          <a:latin typeface="Constantia"/>
                        </a:rPr>
                        <a:t>Number</a:t>
                      </a:r>
                      <a:r>
                        <a:rPr lang="en-US" sz="2000" dirty="0">
                          <a:latin typeface="Constantia"/>
                        </a:rPr>
                        <a:t>, </a:t>
                      </a:r>
                      <a:r>
                        <a:rPr lang="en-US" sz="2000" b="1" dirty="0">
                          <a:latin typeface="Constantia"/>
                        </a:rPr>
                        <a:t>Date</a:t>
                      </a:r>
                      <a:r>
                        <a:rPr lang="en-US" sz="2000" dirty="0">
                          <a:latin typeface="Constantia"/>
                        </a:rPr>
                        <a:t>, or </a:t>
                      </a:r>
                      <a:r>
                        <a:rPr lang="en-US" sz="2000" b="1" dirty="0">
                          <a:latin typeface="Constantia"/>
                        </a:rPr>
                        <a:t>Boolean</a:t>
                      </a:r>
                      <a:r>
                        <a:rPr lang="en-US" sz="2000" dirty="0">
                          <a:latin typeface="Constantia"/>
                        </a:rPr>
                        <a:t>. </a:t>
                      </a:r>
                      <a:endParaRPr lang="en-US" sz="2000" b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595082"/>
                  </a:ext>
                </a:extLst>
              </a:tr>
              <a:tr h="1003986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Constantia"/>
                        </a:rPr>
                        <a:t>Large Object (LOB)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Pointers to large objects that are stored separately from other data items, such as text, graphic images, video clips, and sound waves.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224701"/>
                  </a:ext>
                </a:extLst>
              </a:tr>
              <a:tr h="93938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Constantia"/>
                        </a:rPr>
                        <a:t>Composite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Data items that have internal components that can be accessed individually. For example, collections and records.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12096"/>
                  </a:ext>
                </a:extLst>
              </a:tr>
              <a:tr h="5309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Reference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Pointers to other data items.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08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92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911D-B321-7FA1-3BE7-7DFD5796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B3ED-C0C6-0AF6-E054-65899089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onstantia"/>
                <a:cs typeface="Arial"/>
              </a:rPr>
              <a:t>Data Types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0D02F-7D8B-9FEC-F02F-6156F6FC1DCB}"/>
              </a:ext>
            </a:extLst>
          </p:cNvPr>
          <p:cNvSpPr txBox="1"/>
          <p:nvPr/>
        </p:nvSpPr>
        <p:spPr>
          <a:xfrm>
            <a:off x="936430" y="1206212"/>
            <a:ext cx="103286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Constantia"/>
                <a:cs typeface="Arial"/>
              </a:rPr>
              <a:t>Scalar Data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4D2D6-321D-F060-5534-DA684F6E9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952506"/>
              </p:ext>
            </p:extLst>
          </p:nvPr>
        </p:nvGraphicFramePr>
        <p:xfrm>
          <a:off x="1097405" y="2044799"/>
          <a:ext cx="9997448" cy="3394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594">
                  <a:extLst>
                    <a:ext uri="{9D8B030D-6E8A-4147-A177-3AD203B41FA5}">
                      <a16:colId xmlns:a16="http://schemas.microsoft.com/office/drawing/2014/main" val="2373111268"/>
                    </a:ext>
                  </a:extLst>
                </a:gridCol>
                <a:gridCol w="7309854">
                  <a:extLst>
                    <a:ext uri="{9D8B030D-6E8A-4147-A177-3AD203B41FA5}">
                      <a16:colId xmlns:a16="http://schemas.microsoft.com/office/drawing/2014/main" val="633980664"/>
                    </a:ext>
                  </a:extLst>
                </a:gridCol>
              </a:tblGrid>
              <a:tr h="5309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tantia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Constanti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77300"/>
                  </a:ext>
                </a:extLst>
              </a:tr>
              <a:tr h="72595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Numeric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Numeric values on which arithmetic operations are performed.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595082"/>
                  </a:ext>
                </a:extLst>
              </a:tr>
              <a:tr h="84952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Alphanumeric values that represent single characters or strings of characters.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224701"/>
                  </a:ext>
                </a:extLst>
              </a:tr>
              <a:tr h="75685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Logical values on which logical operations are performed.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12096"/>
                  </a:ext>
                </a:extLst>
              </a:tr>
              <a:tr h="5309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Datetime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Dates and times.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08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217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EF36-227A-9057-8619-48CDD7BF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90E8-D78D-F37B-1411-0FECEE3E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onstantia"/>
                <a:cs typeface="Arial"/>
              </a:rPr>
              <a:t>Data Types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33108-EEE9-9D67-149E-CA0342F7F830}"/>
              </a:ext>
            </a:extLst>
          </p:cNvPr>
          <p:cNvSpPr txBox="1"/>
          <p:nvPr/>
        </p:nvSpPr>
        <p:spPr>
          <a:xfrm>
            <a:off x="936430" y="1206212"/>
            <a:ext cx="103286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Constantia"/>
                <a:cs typeface="Arial"/>
              </a:rPr>
              <a:t>Sub Types of Numeric Data 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675371-18C2-AD0C-A8F5-B8A3FBF22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855833"/>
              </p:ext>
            </p:extLst>
          </p:nvPr>
        </p:nvGraphicFramePr>
        <p:xfrm>
          <a:off x="1097405" y="2034501"/>
          <a:ext cx="9997448" cy="3739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594">
                  <a:extLst>
                    <a:ext uri="{9D8B030D-6E8A-4147-A177-3AD203B41FA5}">
                      <a16:colId xmlns:a16="http://schemas.microsoft.com/office/drawing/2014/main" val="2373111268"/>
                    </a:ext>
                  </a:extLst>
                </a:gridCol>
                <a:gridCol w="7309854">
                  <a:extLst>
                    <a:ext uri="{9D8B030D-6E8A-4147-A177-3AD203B41FA5}">
                      <a16:colId xmlns:a16="http://schemas.microsoft.com/office/drawing/2014/main" val="633980664"/>
                    </a:ext>
                  </a:extLst>
                </a:gridCol>
              </a:tblGrid>
              <a:tr h="5309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tantia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Constanti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77300"/>
                  </a:ext>
                </a:extLst>
              </a:tr>
              <a:tr h="72595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ANSI specific integer type with maximum precision of 38 decimal digits.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595082"/>
                  </a:ext>
                </a:extLst>
              </a:tr>
              <a:tr h="66417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NUMBER(P, 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Stores fixed or floating-point numbers.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224701"/>
                  </a:ext>
                </a:extLst>
              </a:tr>
              <a:tr h="75685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BINARY_INTEGER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Integer values (-2,147,483,648 to </a:t>
                      </a: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Constantia"/>
                        </a:rPr>
                        <a:t>2,147,483,647</a:t>
                      </a:r>
                      <a:r>
                        <a:rPr lang="en-US" sz="2000" dirty="0">
                          <a:latin typeface="Constanti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12096"/>
                  </a:ext>
                </a:extLst>
              </a:tr>
              <a:tr h="5309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PLS_INTEGER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Optimized for better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08950"/>
                  </a:ext>
                </a:extLst>
              </a:tr>
              <a:tr h="5309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Floating point numbers.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084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760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D716-3C2C-359F-D24E-A0B67F18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10AD-CD18-DF36-2310-9EC68980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onstantia"/>
                <a:cs typeface="Arial"/>
              </a:rPr>
              <a:t>Data Types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DA595-323A-4251-80D8-E775F81EA139}"/>
              </a:ext>
            </a:extLst>
          </p:cNvPr>
          <p:cNvSpPr txBox="1"/>
          <p:nvPr/>
        </p:nvSpPr>
        <p:spPr>
          <a:xfrm>
            <a:off x="936430" y="1206212"/>
            <a:ext cx="103286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Constantia"/>
                <a:cs typeface="Arial"/>
              </a:rPr>
              <a:t>Sub Types of Character Data 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D0FADE-87C3-8E4B-9CE0-C1C36605A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395165"/>
              </p:ext>
            </p:extLst>
          </p:nvPr>
        </p:nvGraphicFramePr>
        <p:xfrm>
          <a:off x="932648" y="1715285"/>
          <a:ext cx="9997446" cy="2677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675">
                  <a:extLst>
                    <a:ext uri="{9D8B030D-6E8A-4147-A177-3AD203B41FA5}">
                      <a16:colId xmlns:a16="http://schemas.microsoft.com/office/drawing/2014/main" val="2373111268"/>
                    </a:ext>
                  </a:extLst>
                </a:gridCol>
                <a:gridCol w="7618771">
                  <a:extLst>
                    <a:ext uri="{9D8B030D-6E8A-4147-A177-3AD203B41FA5}">
                      <a16:colId xmlns:a16="http://schemas.microsoft.com/office/drawing/2014/main" val="633980664"/>
                    </a:ext>
                  </a:extLst>
                </a:gridCol>
              </a:tblGrid>
              <a:tr h="5309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tantia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Constanti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77300"/>
                  </a:ext>
                </a:extLst>
              </a:tr>
              <a:tr h="72595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CHAR(n)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Fixed-length string.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595082"/>
                  </a:ext>
                </a:extLst>
              </a:tr>
              <a:tr h="66417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VARCHAR2(n)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Variable-length string (Preferred over VARCHAR)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224701"/>
                  </a:ext>
                </a:extLst>
              </a:tr>
              <a:tr h="75685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CLOB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Character Large Object for Large text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120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3AD551A-B3EF-1F63-5479-31EBFA418957}"/>
              </a:ext>
            </a:extLst>
          </p:cNvPr>
          <p:cNvSpPr txBox="1"/>
          <p:nvPr/>
        </p:nvSpPr>
        <p:spPr>
          <a:xfrm>
            <a:off x="936430" y="4563131"/>
            <a:ext cx="103286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Constantia"/>
                <a:cs typeface="Arial"/>
              </a:rPr>
              <a:t>Sub Type of Boolean Data Type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367992-301B-9646-C747-7470315F2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157387"/>
              </p:ext>
            </p:extLst>
          </p:nvPr>
        </p:nvGraphicFramePr>
        <p:xfrm>
          <a:off x="932648" y="5031015"/>
          <a:ext cx="9997446" cy="113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675">
                  <a:extLst>
                    <a:ext uri="{9D8B030D-6E8A-4147-A177-3AD203B41FA5}">
                      <a16:colId xmlns:a16="http://schemas.microsoft.com/office/drawing/2014/main" val="2373111268"/>
                    </a:ext>
                  </a:extLst>
                </a:gridCol>
                <a:gridCol w="7618771">
                  <a:extLst>
                    <a:ext uri="{9D8B030D-6E8A-4147-A177-3AD203B41FA5}">
                      <a16:colId xmlns:a16="http://schemas.microsoft.com/office/drawing/2014/main" val="633980664"/>
                    </a:ext>
                  </a:extLst>
                </a:gridCol>
              </a:tblGrid>
              <a:tr h="5309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tantia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Constanti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77300"/>
                  </a:ext>
                </a:extLst>
              </a:tr>
              <a:tr h="6023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BOOLEAN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Stores TRUE, FALSE, or NULL. (Not supported in SQL)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595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097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9080-ABBA-1387-8849-BE8623A5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9097F-4051-5A2D-F2F8-B9231F03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onstantia"/>
                <a:cs typeface="Arial"/>
              </a:rPr>
              <a:t>Data Types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7AAAB-1EDB-14A2-883D-5E307DBFE7A0}"/>
              </a:ext>
            </a:extLst>
          </p:cNvPr>
          <p:cNvSpPr txBox="1"/>
          <p:nvPr/>
        </p:nvSpPr>
        <p:spPr>
          <a:xfrm>
            <a:off x="936430" y="1710780"/>
            <a:ext cx="103286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Constantia"/>
                <a:cs typeface="Arial"/>
              </a:rPr>
              <a:t>Sub Types of Date/Time Data 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0F2692-BD4D-C88F-F9B0-C219FF111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243937"/>
              </p:ext>
            </p:extLst>
          </p:nvPr>
        </p:nvGraphicFramePr>
        <p:xfrm>
          <a:off x="932648" y="2569961"/>
          <a:ext cx="9997446" cy="2677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675">
                  <a:extLst>
                    <a:ext uri="{9D8B030D-6E8A-4147-A177-3AD203B41FA5}">
                      <a16:colId xmlns:a16="http://schemas.microsoft.com/office/drawing/2014/main" val="2373111268"/>
                    </a:ext>
                  </a:extLst>
                </a:gridCol>
                <a:gridCol w="7618771">
                  <a:extLst>
                    <a:ext uri="{9D8B030D-6E8A-4147-A177-3AD203B41FA5}">
                      <a16:colId xmlns:a16="http://schemas.microsoft.com/office/drawing/2014/main" val="633980664"/>
                    </a:ext>
                  </a:extLst>
                </a:gridCol>
              </a:tblGrid>
              <a:tr h="5309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tantia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Constanti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77300"/>
                  </a:ext>
                </a:extLst>
              </a:tr>
              <a:tr h="72595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DATE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Stores date and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595082"/>
                  </a:ext>
                </a:extLst>
              </a:tr>
              <a:tr h="66417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TIMESTAMP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Stores date and time with fractional seconds.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224701"/>
                  </a:ext>
                </a:extLst>
              </a:tr>
              <a:tr h="75685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INTERVAL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Represents a period between two timestamps.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712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889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A338-A5E0-34A9-F632-5561D72E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3635-1E7B-8B60-12E6-E1F3ACB8D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onstantia"/>
                <a:cs typeface="Arial"/>
              </a:rPr>
              <a:t>Data Types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9ECE5-5FB2-C1B7-80E1-688AE33DD6C2}"/>
              </a:ext>
            </a:extLst>
          </p:cNvPr>
          <p:cNvSpPr txBox="1"/>
          <p:nvPr/>
        </p:nvSpPr>
        <p:spPr>
          <a:xfrm>
            <a:off x="936430" y="2277131"/>
            <a:ext cx="103286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Constantia"/>
                <a:cs typeface="Arial"/>
              </a:rPr>
              <a:t>Reference Data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39BF67-CDD1-8277-9406-A06CD59C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62237"/>
              </p:ext>
            </p:extLst>
          </p:nvPr>
        </p:nvGraphicFramePr>
        <p:xfrm>
          <a:off x="932648" y="3249583"/>
          <a:ext cx="9997446" cy="1921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675">
                  <a:extLst>
                    <a:ext uri="{9D8B030D-6E8A-4147-A177-3AD203B41FA5}">
                      <a16:colId xmlns:a16="http://schemas.microsoft.com/office/drawing/2014/main" val="2373111268"/>
                    </a:ext>
                  </a:extLst>
                </a:gridCol>
                <a:gridCol w="7618771">
                  <a:extLst>
                    <a:ext uri="{9D8B030D-6E8A-4147-A177-3AD203B41FA5}">
                      <a16:colId xmlns:a16="http://schemas.microsoft.com/office/drawing/2014/main" val="633980664"/>
                    </a:ext>
                  </a:extLst>
                </a:gridCol>
              </a:tblGrid>
              <a:tr h="5309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tantia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Constanti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77300"/>
                  </a:ext>
                </a:extLst>
              </a:tr>
              <a:tr h="72595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REF CURSOR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Stores a pointer to a query result set.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595082"/>
                  </a:ext>
                </a:extLst>
              </a:tr>
              <a:tr h="66417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UROWID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dirty="0">
                          <a:latin typeface="Constantia"/>
                        </a:rPr>
                        <a:t>Stores row addresses (used with object tables.)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224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320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User Defined Data Types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Example for User Defined Data Type</a:t>
            </a:r>
            <a:endParaRPr lang="en-US" sz="2400">
              <a:latin typeface="Constantia"/>
              <a:cs typeface="Arial"/>
            </a:endParaRPr>
          </a:p>
        </p:txBody>
      </p:sp>
      <p:pic>
        <p:nvPicPr>
          <p:cNvPr id="9" name="Picture 8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F0D0DC0-7BF2-1409-5554-7A1DFF8DF2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631" b="631"/>
          <a:stretch/>
        </p:blipFill>
        <p:spPr>
          <a:xfrm>
            <a:off x="1260764" y="1795087"/>
            <a:ext cx="9451108" cy="3060011"/>
          </a:xfrm>
          <a:prstGeom prst="rect">
            <a:avLst/>
          </a:prstGeom>
        </p:spPr>
      </p:pic>
      <p:pic>
        <p:nvPicPr>
          <p:cNvPr id="10" name="Picture 9" descr="A close up of a text&#10;&#10;Description automatically generated">
            <a:extLst>
              <a:ext uri="{FF2B5EF4-FFF2-40B4-BE49-F238E27FC236}">
                <a16:creationId xmlns:a16="http://schemas.microsoft.com/office/drawing/2014/main" id="{4B6386F7-492F-DDF0-6504-4EFEF2C6C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764" y="5134771"/>
            <a:ext cx="9451109" cy="112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62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Variables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PL/SQL Variables</a:t>
            </a:r>
            <a:endParaRPr lang="en-US" sz="20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A Variable is </a:t>
            </a:r>
            <a:r>
              <a:rPr lang="en-US" sz="2000" noProof="1">
                <a:latin typeface="Constantia"/>
                <a:cs typeface="Arial"/>
              </a:rPr>
              <a:t>nothing </a:t>
            </a:r>
            <a:r>
              <a:rPr lang="en-US" sz="2000">
                <a:latin typeface="Constantia"/>
                <a:cs typeface="Arial"/>
              </a:rPr>
              <a:t>but a name given to a storage area that our programs can manipulate.</a:t>
            </a:r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Each variable in PL/SQL has specific data type, which determines the size and layout of the variable's memory.</a:t>
            </a:r>
          </a:p>
          <a:p>
            <a:pPr marL="457200" indent="-457200" algn="just">
              <a:buFontTx/>
              <a:buAutoNum type="arabicPeriod"/>
            </a:pPr>
            <a:endParaRPr lang="en-US" sz="2000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SYNTAX</a:t>
            </a:r>
          </a:p>
          <a:p>
            <a:pPr algn="just"/>
            <a:endParaRPr lang="en-US" sz="2000" b="1">
              <a:latin typeface="Constantia"/>
              <a:cs typeface="Arial"/>
            </a:endParaRPr>
          </a:p>
          <a:p>
            <a:pPr algn="ctr"/>
            <a:r>
              <a:rPr lang="en-US" sz="2000" noProof="1">
                <a:latin typeface="Constantia"/>
                <a:cs typeface="Arial"/>
              </a:rPr>
              <a:t>variable_name</a:t>
            </a:r>
            <a:r>
              <a:rPr lang="en-US" sz="2000">
                <a:latin typeface="Constantia"/>
                <a:cs typeface="Arial"/>
              </a:rPr>
              <a:t> [constant] datatype [NOT NULL] [:= | DEFAULT </a:t>
            </a:r>
            <a:r>
              <a:rPr lang="en-US" sz="2000" noProof="1">
                <a:latin typeface="Constantia"/>
                <a:cs typeface="Arial"/>
              </a:rPr>
              <a:t>initial_value</a:t>
            </a:r>
            <a:r>
              <a:rPr lang="en-US" sz="2000">
                <a:latin typeface="Constantia"/>
                <a:cs typeface="Arial"/>
              </a:rPr>
              <a:t>];</a:t>
            </a:r>
          </a:p>
          <a:p>
            <a:pPr algn="just"/>
            <a:endParaRPr lang="en-US" sz="2000" b="1">
              <a:latin typeface="Constantia"/>
              <a:cs typeface="Arial"/>
            </a:endParaRPr>
          </a:p>
          <a:p>
            <a:pPr algn="just"/>
            <a:r>
              <a:rPr lang="en-US" sz="2400" b="1">
                <a:latin typeface="Constantia"/>
                <a:cs typeface="Arial"/>
              </a:rPr>
              <a:t>Variable Declarations</a:t>
            </a:r>
            <a:endParaRPr lang="en-US" sz="2000" b="1">
              <a:latin typeface="Constantia"/>
              <a:cs typeface="Arial"/>
            </a:endParaRPr>
          </a:p>
        </p:txBody>
      </p:sp>
      <p:pic>
        <p:nvPicPr>
          <p:cNvPr id="3" name="Picture 2" descr="A white background with green text&#10;&#10;Description automatically generated">
            <a:extLst>
              <a:ext uri="{FF2B5EF4-FFF2-40B4-BE49-F238E27FC236}">
                <a16:creationId xmlns:a16="http://schemas.microsoft.com/office/drawing/2014/main" id="{47A48386-1B10-7573-F0E9-1391797B7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37" y="4874169"/>
            <a:ext cx="6645562" cy="155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46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Variables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Initializing  Variables</a:t>
            </a:r>
            <a:endParaRPr lang="en-US" sz="2000">
              <a:latin typeface="Constantia"/>
              <a:cs typeface="Arial"/>
            </a:endParaRP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algn="just"/>
            <a:r>
              <a:rPr lang="en-US" sz="2000">
                <a:latin typeface="Constantia"/>
                <a:cs typeface="Arial"/>
              </a:rPr>
              <a:t>     Whenever you declare a variable, PL/SQL assigns it a default value of NULL. If you want to initialize a variable with a value other than NULL </a:t>
            </a:r>
            <a:r>
              <a:rPr lang="en-US" sz="2000" noProof="1">
                <a:latin typeface="Constantia"/>
                <a:cs typeface="Arial"/>
              </a:rPr>
              <a:t>value </a:t>
            </a:r>
            <a:r>
              <a:rPr lang="en-US" sz="2000">
                <a:latin typeface="Constantia"/>
                <a:cs typeface="Arial"/>
              </a:rPr>
              <a:t>you can do by using:</a:t>
            </a:r>
          </a:p>
          <a:p>
            <a:pPr marL="457200" indent="-457200" algn="just">
              <a:buAutoNum type="arabicPeriod"/>
            </a:pP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The DEFAULT keyword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The assignment operator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41D87-DD81-C756-D96F-B09BA801A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74" y="3509970"/>
            <a:ext cx="9959108" cy="280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34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Operators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Arithmetic Operators</a:t>
            </a:r>
            <a:endParaRPr lang="en-US" sz="2000">
              <a:latin typeface="Constantia"/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3AA7A3-3D16-EF5C-20B3-645554726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973798"/>
              </p:ext>
            </p:extLst>
          </p:nvPr>
        </p:nvGraphicFramePr>
        <p:xfrm>
          <a:off x="1731816" y="1720271"/>
          <a:ext cx="8408713" cy="2635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180">
                  <a:extLst>
                    <a:ext uri="{9D8B030D-6E8A-4147-A177-3AD203B41FA5}">
                      <a16:colId xmlns:a16="http://schemas.microsoft.com/office/drawing/2014/main" val="738000010"/>
                    </a:ext>
                  </a:extLst>
                </a:gridCol>
                <a:gridCol w="7617533">
                  <a:extLst>
                    <a:ext uri="{9D8B030D-6E8A-4147-A177-3AD203B41FA5}">
                      <a16:colId xmlns:a16="http://schemas.microsoft.com/office/drawing/2014/main" val="3415804745"/>
                    </a:ext>
                  </a:extLst>
                </a:gridCol>
              </a:tblGrid>
              <a:tr h="527048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Add two operands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500344"/>
                  </a:ext>
                </a:extLst>
              </a:tr>
              <a:tr h="5270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Subtracts second operand from the first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53155"/>
                  </a:ext>
                </a:extLst>
              </a:tr>
              <a:tr h="52704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Multiplies Both Operands</a:t>
                      </a:r>
                      <a:endParaRPr lang="en-US" sz="2000" b="0" err="1">
                        <a:solidFill>
                          <a:schemeClr val="tx1"/>
                        </a:solidFill>
                        <a:latin typeface="Constantia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065630"/>
                  </a:ext>
                </a:extLst>
              </a:tr>
              <a:tr h="52704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Divides Numerator by De-numerator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367571"/>
                  </a:ext>
                </a:extLst>
              </a:tr>
              <a:tr h="52704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**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Exponential operator, raises one operand to the power of other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82779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D34A80-FB2E-1ADD-0FFA-BFD7AA2E91B1}"/>
              </a:ext>
            </a:extLst>
          </p:cNvPr>
          <p:cNvSpPr txBox="1"/>
          <p:nvPr/>
        </p:nvSpPr>
        <p:spPr>
          <a:xfrm>
            <a:off x="565727" y="4531303"/>
            <a:ext cx="112244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Comparison Operators</a:t>
            </a:r>
            <a:endParaRPr lang="en-US" sz="2000">
              <a:latin typeface="Constantia"/>
              <a:cs typeface="Arial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8A1849-76A2-1B59-399E-94954005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623152"/>
              </p:ext>
            </p:extLst>
          </p:nvPr>
        </p:nvGraphicFramePr>
        <p:xfrm>
          <a:off x="1731818" y="4987636"/>
          <a:ext cx="8408712" cy="1296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050">
                  <a:extLst>
                    <a:ext uri="{9D8B030D-6E8A-4147-A177-3AD203B41FA5}">
                      <a16:colId xmlns:a16="http://schemas.microsoft.com/office/drawing/2014/main" val="738000010"/>
                    </a:ext>
                  </a:extLst>
                </a:gridCol>
                <a:gridCol w="6484662">
                  <a:extLst>
                    <a:ext uri="{9D8B030D-6E8A-4147-A177-3AD203B41FA5}">
                      <a16:colId xmlns:a16="http://schemas.microsoft.com/office/drawing/2014/main" val="341580474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Search for a pattern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500344"/>
                  </a:ext>
                </a:extLst>
              </a:tr>
              <a:tr h="4385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Tests set membership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53155"/>
                  </a:ext>
                </a:extLst>
              </a:tr>
              <a:tr h="4385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BETWEEN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Tests whether a value lies in specified range</a:t>
                      </a:r>
                      <a:endParaRPr lang="en-US" sz="2000" b="0" err="1">
                        <a:solidFill>
                          <a:schemeClr val="tx1"/>
                        </a:solidFill>
                        <a:latin typeface="Constantia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065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878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Operators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483303"/>
            <a:ext cx="112244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Relational Operators</a:t>
            </a:r>
            <a:endParaRPr lang="en-US" sz="2000">
              <a:latin typeface="Constantia"/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3AA7A3-3D16-EF5C-20B3-645554726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53443"/>
              </p:ext>
            </p:extLst>
          </p:nvPr>
        </p:nvGraphicFramePr>
        <p:xfrm>
          <a:off x="1731816" y="2539998"/>
          <a:ext cx="8459370" cy="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895">
                  <a:extLst>
                    <a:ext uri="{9D8B030D-6E8A-4147-A177-3AD203B41FA5}">
                      <a16:colId xmlns:a16="http://schemas.microsoft.com/office/drawing/2014/main" val="3982623120"/>
                    </a:ext>
                  </a:extLst>
                </a:gridCol>
                <a:gridCol w="1409895">
                  <a:extLst>
                    <a:ext uri="{9D8B030D-6E8A-4147-A177-3AD203B41FA5}">
                      <a16:colId xmlns:a16="http://schemas.microsoft.com/office/drawing/2014/main" val="458759098"/>
                    </a:ext>
                  </a:extLst>
                </a:gridCol>
                <a:gridCol w="1409895">
                  <a:extLst>
                    <a:ext uri="{9D8B030D-6E8A-4147-A177-3AD203B41FA5}">
                      <a16:colId xmlns:a16="http://schemas.microsoft.com/office/drawing/2014/main" val="2344889449"/>
                    </a:ext>
                  </a:extLst>
                </a:gridCol>
                <a:gridCol w="1409895">
                  <a:extLst>
                    <a:ext uri="{9D8B030D-6E8A-4147-A177-3AD203B41FA5}">
                      <a16:colId xmlns:a16="http://schemas.microsoft.com/office/drawing/2014/main" val="1082472868"/>
                    </a:ext>
                  </a:extLst>
                </a:gridCol>
                <a:gridCol w="1409895">
                  <a:extLst>
                    <a:ext uri="{9D8B030D-6E8A-4147-A177-3AD203B41FA5}">
                      <a16:colId xmlns:a16="http://schemas.microsoft.com/office/drawing/2014/main" val="1743593382"/>
                    </a:ext>
                  </a:extLst>
                </a:gridCol>
                <a:gridCol w="1409895">
                  <a:extLst>
                    <a:ext uri="{9D8B030D-6E8A-4147-A177-3AD203B41FA5}">
                      <a16:colId xmlns:a16="http://schemas.microsoft.com/office/drawing/2014/main" val="738000010"/>
                    </a:ext>
                  </a:extLst>
                </a:gridCol>
              </a:tblGrid>
              <a:tr h="5270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=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&lt;=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&gt;=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!= or &lt;&gt;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5003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D34A80-FB2E-1ADD-0FFA-BFD7AA2E91B1}"/>
              </a:ext>
            </a:extLst>
          </p:cNvPr>
          <p:cNvSpPr txBox="1"/>
          <p:nvPr/>
        </p:nvSpPr>
        <p:spPr>
          <a:xfrm>
            <a:off x="565727" y="3642303"/>
            <a:ext cx="112244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Logical Operators</a:t>
            </a:r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8A1849-76A2-1B59-399E-94954005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683242"/>
              </p:ext>
            </p:extLst>
          </p:nvPr>
        </p:nvGraphicFramePr>
        <p:xfrm>
          <a:off x="1731818" y="4456546"/>
          <a:ext cx="8408712" cy="1296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950">
                  <a:extLst>
                    <a:ext uri="{9D8B030D-6E8A-4147-A177-3AD203B41FA5}">
                      <a16:colId xmlns:a16="http://schemas.microsoft.com/office/drawing/2014/main" val="738000010"/>
                    </a:ext>
                  </a:extLst>
                </a:gridCol>
                <a:gridCol w="6903762">
                  <a:extLst>
                    <a:ext uri="{9D8B030D-6E8A-4147-A177-3AD203B41FA5}">
                      <a16:colId xmlns:a16="http://schemas.microsoft.com/office/drawing/2014/main" val="341580474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noProof="1">
                          <a:solidFill>
                            <a:schemeClr val="tx1"/>
                          </a:solidFill>
                          <a:latin typeface="Constantia"/>
                        </a:rPr>
                        <a:t>If both operands are true then condition is true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500344"/>
                  </a:ext>
                </a:extLst>
              </a:tr>
              <a:tr h="4385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noProof="1">
                          <a:solidFill>
                            <a:schemeClr val="tx1"/>
                          </a:solidFill>
                          <a:latin typeface="Constantia"/>
                        </a:rPr>
                        <a:t>If any of two operands is true then condition is true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53155"/>
                  </a:ext>
                </a:extLst>
              </a:tr>
              <a:tr h="4385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noProof="1">
                          <a:solidFill>
                            <a:schemeClr val="tx1"/>
                          </a:solidFill>
                          <a:latin typeface="Constantia"/>
                        </a:rPr>
                        <a:t>If a condition is true the Not operator  will make it false 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065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27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Control Statements</a:t>
            </a:r>
            <a:endParaRPr lang="en-IN" sz="3600" b="1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484909" y="1113849"/>
            <a:ext cx="1122449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PL/SQL CONTROL STATEMENTS</a:t>
            </a:r>
            <a:endParaRPr lang="en-US"/>
          </a:p>
          <a:p>
            <a:pPr algn="just"/>
            <a:endParaRPr lang="en-US" sz="2400" b="1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The IF statement has 3 forms</a:t>
            </a:r>
            <a:endParaRPr lang="en-US" sz="2000" b="1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IF THEN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IF THEN ELSE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IF THEN ELSIF</a:t>
            </a: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The CASE statement which allows you to execute a sequence of statements based on a selector.</a:t>
            </a:r>
          </a:p>
          <a:p>
            <a:pPr marL="457200" indent="-457200" algn="just">
              <a:buFont typeface="Arial"/>
              <a:buChar char="•"/>
            </a:pP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SEARCHED CASE statement which has no selector, and it's WHEN clause contains search conditions that yield </a:t>
            </a:r>
            <a:r>
              <a:rPr lang="en-US" sz="2000" noProof="1">
                <a:latin typeface="Constantia"/>
                <a:cs typeface="Arial"/>
              </a:rPr>
              <a:t>boolean </a:t>
            </a:r>
            <a:r>
              <a:rPr lang="en-US" sz="2000">
                <a:latin typeface="Constantia"/>
                <a:cs typeface="Arial"/>
              </a:rPr>
              <a:t>values.</a:t>
            </a:r>
          </a:p>
          <a:p>
            <a:pPr marL="457200" indent="-457200" algn="just">
              <a:buFont typeface="Arial"/>
              <a:buChar char="•"/>
            </a:pP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Nested IF-THEN-ELSE </a:t>
            </a:r>
          </a:p>
        </p:txBody>
      </p:sp>
    </p:spTree>
    <p:extLst>
      <p:ext uri="{BB962C8B-B14F-4D97-AF65-F5344CB8AC3E}">
        <p14:creationId xmlns:p14="http://schemas.microsoft.com/office/powerpoint/2010/main" val="1145875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Loops</a:t>
            </a:r>
            <a:endParaRPr lang="en-IN" sz="3600" b="1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484909" y="1113849"/>
            <a:ext cx="1122449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PL/SQL LOOPS</a:t>
            </a:r>
            <a:endParaRPr lang="en-US"/>
          </a:p>
          <a:p>
            <a:pPr algn="just"/>
            <a:endParaRPr lang="en-US" sz="2400" b="1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The Loop statements allows us to execute a statement or group of statement multiple times.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PL/SQL provides the following types of loops to handle looping requirements </a:t>
            </a:r>
          </a:p>
          <a:p>
            <a:pPr marL="342900" indent="-342900" algn="just">
              <a:buFont typeface="Arial"/>
              <a:buChar char="•"/>
            </a:pP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BASIC LOOP</a:t>
            </a:r>
            <a:endParaRPr lang="en-US"/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FOR LOOP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WHILE LOOP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NESTED LOOPS</a:t>
            </a: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LABELING A PL/SQL LOOP</a:t>
            </a:r>
          </a:p>
          <a:p>
            <a:pPr algn="just"/>
            <a:endParaRPr lang="en-US" sz="2000" b="1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PL/SQL Loops can be labeled. The label should be enclosed in double angle brackets (&lt;&lt; and &gt;&gt;).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You may use the label in the EXIT statement to exit from the loop.</a:t>
            </a:r>
          </a:p>
        </p:txBody>
      </p:sp>
    </p:spTree>
    <p:extLst>
      <p:ext uri="{BB962C8B-B14F-4D97-AF65-F5344CB8AC3E}">
        <p14:creationId xmlns:p14="http://schemas.microsoft.com/office/powerpoint/2010/main" val="1309074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Loops</a:t>
            </a:r>
            <a:endParaRPr lang="en-IN" sz="3600" b="1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484909" y="1113849"/>
            <a:ext cx="1122449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LOOP CONTROL STATEMENTS</a:t>
            </a:r>
            <a:endParaRPr lang="en-US"/>
          </a:p>
          <a:p>
            <a:pPr algn="just"/>
            <a:endParaRPr lang="en-US" sz="2400" b="1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Loop Control statements change execution from its normal sequence.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When execution leaves a scope, all automatic objects that were created in that scope are destroyed.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PL/SQL supports the following control statements. </a:t>
            </a:r>
          </a:p>
          <a:p>
            <a:pPr marL="342900" indent="-342900" algn="just">
              <a:buFont typeface="Arial"/>
              <a:buChar char="•"/>
            </a:pP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Tx/>
              <a:buAutoNum type="arabicPeriod"/>
            </a:pPr>
            <a:r>
              <a:rPr lang="en-US" sz="2000" b="1">
                <a:latin typeface="Constantia"/>
                <a:cs typeface="Arial"/>
              </a:rPr>
              <a:t>EXIT </a:t>
            </a:r>
            <a:r>
              <a:rPr lang="en-US" sz="2000">
                <a:latin typeface="Constantia"/>
                <a:cs typeface="Arial"/>
              </a:rPr>
              <a:t>statement = Completes the loop and pass to the statement immediately after the END LOOP.</a:t>
            </a:r>
            <a:endParaRPr lang="en-US">
              <a:latin typeface="Arial"/>
              <a:cs typeface="Arial"/>
            </a:endParaRPr>
          </a:p>
          <a:p>
            <a:pPr marL="457200" indent="-457200" algn="just">
              <a:buAutoNum type="arabicPeriod"/>
            </a:pP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 b="1">
                <a:latin typeface="Constantia"/>
                <a:cs typeface="Arial"/>
              </a:rPr>
              <a:t>CONTINUE </a:t>
            </a:r>
            <a:r>
              <a:rPr lang="en-US" sz="2000">
                <a:latin typeface="Constantia"/>
                <a:cs typeface="Arial"/>
              </a:rPr>
              <a:t>statement = Causes the loop to skip the remainder of its body and immediately retest its condition prior to reiterating.</a:t>
            </a:r>
          </a:p>
          <a:p>
            <a:pPr marL="457200" indent="-457200" algn="just">
              <a:buAutoNum type="arabicPeriod"/>
            </a:pP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 b="1">
                <a:latin typeface="Constantia"/>
                <a:cs typeface="Arial"/>
              </a:rPr>
              <a:t>GOTO </a:t>
            </a:r>
            <a:r>
              <a:rPr lang="en-US" sz="2000">
                <a:latin typeface="Constantia"/>
                <a:cs typeface="Arial"/>
              </a:rPr>
              <a:t>statement = Transfers the control to the labeled statement. Though it is not advised to use GOTO statement in your program.</a:t>
            </a:r>
          </a:p>
        </p:txBody>
      </p:sp>
    </p:spTree>
    <p:extLst>
      <p:ext uri="{BB962C8B-B14F-4D97-AF65-F5344CB8AC3E}">
        <p14:creationId xmlns:p14="http://schemas.microsoft.com/office/powerpoint/2010/main" val="1333311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Strings</a:t>
            </a:r>
            <a:endParaRPr lang="en-IN" sz="3600" b="1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136939"/>
            <a:ext cx="112244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PL/SQL String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D12EFE-BF07-6259-C6EB-48AE3C206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618551"/>
              </p:ext>
            </p:extLst>
          </p:nvPr>
        </p:nvGraphicFramePr>
        <p:xfrm>
          <a:off x="634999" y="1858817"/>
          <a:ext cx="11083351" cy="4272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150">
                  <a:extLst>
                    <a:ext uri="{9D8B030D-6E8A-4147-A177-3AD203B41FA5}">
                      <a16:colId xmlns:a16="http://schemas.microsoft.com/office/drawing/2014/main" val="2738596983"/>
                    </a:ext>
                  </a:extLst>
                </a:gridCol>
                <a:gridCol w="7597201">
                  <a:extLst>
                    <a:ext uri="{9D8B030D-6E8A-4147-A177-3AD203B41FA5}">
                      <a16:colId xmlns:a16="http://schemas.microsoft.com/office/drawing/2014/main" val="3504582900"/>
                    </a:ext>
                  </a:extLst>
                </a:gridCol>
              </a:tblGrid>
              <a:tr h="4015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FUNCTIONS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PURPOSE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784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ASCII(X)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Returns the ASCII value of X.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785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noProof="1">
                          <a:solidFill>
                            <a:schemeClr val="tx1"/>
                          </a:solidFill>
                          <a:latin typeface="Constantia"/>
                        </a:rPr>
                        <a:t>TRIM([trim_char FROM) x)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Trims the characters from the left to right of x.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81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CONCAT(X, Y)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Concatenates the string x and y and return the appended string.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779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INITCAP(X)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Converts the initial letter of each word to uppercase.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065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LENGTH(X)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Returns the number of characters in string x.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716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LOWER(X)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Converts the letters in word x to lowercase </a:t>
                      </a: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Constantia"/>
                        </a:rPr>
                        <a:t>and returns the string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261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UPPER(X)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Constantia"/>
                        </a:rPr>
                        <a:t>Converts the letters in word x to uppercase and returns the string.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latin typeface="Constantia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8796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SUBSTR(X, start, [, length])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Returns a substring of x that begins at the position specified by start. An optional length for the substring may be supplied.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02271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onstantia"/>
                        </a:rPr>
                        <a:t>REPLACE(X, Y, Z)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tantia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Replaces String (Y) from String (X) with String (Z).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959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35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Arrays</a:t>
            </a:r>
            <a:endParaRPr lang="en-IN" sz="3600" b="1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484909" y="1113849"/>
            <a:ext cx="11224490" cy="513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PL/SQL VARRAY</a:t>
            </a:r>
          </a:p>
          <a:p>
            <a:pPr marL="342900" indent="-342900" algn="just">
              <a:buFont typeface="Arial"/>
              <a:buChar char="•"/>
            </a:pP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PL/SQL programming language provides a data structure called </a:t>
            </a:r>
            <a:r>
              <a:rPr lang="en-US" sz="2000" b="1">
                <a:latin typeface="Constantia"/>
                <a:cs typeface="Arial"/>
              </a:rPr>
              <a:t>VARRAY</a:t>
            </a:r>
            <a:r>
              <a:rPr lang="en-US" sz="2000">
                <a:latin typeface="Constantia"/>
                <a:cs typeface="Arial"/>
              </a:rPr>
              <a:t>, which can store fixed-size sequential collection of elements of same type.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Each element in </a:t>
            </a:r>
            <a:r>
              <a:rPr lang="en-US" sz="2000" b="1">
                <a:latin typeface="Constantia"/>
                <a:cs typeface="Arial"/>
              </a:rPr>
              <a:t>VARRAY </a:t>
            </a:r>
            <a:r>
              <a:rPr lang="en-US" sz="2000">
                <a:latin typeface="Constantia"/>
                <a:cs typeface="Arial"/>
              </a:rPr>
              <a:t>has an index associated with it. Index numbering will start from 1. It also has the maximum size that can change dynamically.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Maximum size can be altered using the </a:t>
            </a:r>
            <a:r>
              <a:rPr lang="en-US" sz="2000" b="1">
                <a:latin typeface="Constantia"/>
                <a:cs typeface="Arial"/>
              </a:rPr>
              <a:t>ALTER TYPE</a:t>
            </a:r>
            <a:r>
              <a:rPr lang="en-US" sz="2000">
                <a:latin typeface="Constantia"/>
                <a:cs typeface="Arial"/>
              </a:rPr>
              <a:t>.</a:t>
            </a:r>
          </a:p>
          <a:p>
            <a:pPr algn="just"/>
            <a:endParaRPr lang="en-US" sz="2000" b="1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SYNTAX TO CREATE VARRAY TYPE</a:t>
            </a:r>
            <a:endParaRPr lang="en-US" sz="2000">
              <a:latin typeface="Constantia"/>
              <a:cs typeface="Arial"/>
            </a:endParaRPr>
          </a:p>
          <a:p>
            <a:pPr algn="just"/>
            <a:endParaRPr lang="en-US" sz="2000" noProof="1">
              <a:latin typeface="Constantia"/>
              <a:cs typeface="Arial"/>
            </a:endParaRPr>
          </a:p>
          <a:p>
            <a:pPr algn="just"/>
            <a:r>
              <a:rPr lang="en-US" sz="2000" noProof="1">
                <a:latin typeface="Constantia"/>
                <a:cs typeface="Arial"/>
              </a:rPr>
              <a:t>CREATE OR REPLACE TYPE varray_type_name IS VARRAY(n) of &lt;element-type&gt;</a:t>
            </a:r>
          </a:p>
          <a:p>
            <a:pPr algn="just"/>
            <a:endParaRPr lang="en-US" sz="2000" noProof="1">
              <a:latin typeface="Constantia"/>
              <a:cs typeface="Arial"/>
            </a:endParaRPr>
          </a:p>
          <a:p>
            <a:pPr algn="just"/>
            <a:r>
              <a:rPr lang="en-US" sz="2000" noProof="1">
                <a:latin typeface="Constantia"/>
                <a:cs typeface="Arial"/>
              </a:rPr>
              <a:t>Where,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 noProof="1">
                <a:latin typeface="Constantia"/>
                <a:cs typeface="Arial"/>
              </a:rPr>
              <a:t>varray_type_name = Valid attribute name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 noProof="1">
                <a:latin typeface="Constantia"/>
                <a:cs typeface="Arial"/>
              </a:rPr>
              <a:t>n is the number of elements(maximum) in the varray.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 noProof="1">
                <a:latin typeface="Constantia"/>
                <a:cs typeface="Arial"/>
              </a:rPr>
              <a:t>element_type is the data type of elements of the varray.</a:t>
            </a:r>
          </a:p>
        </p:txBody>
      </p:sp>
    </p:spTree>
    <p:extLst>
      <p:ext uri="{BB962C8B-B14F-4D97-AF65-F5344CB8AC3E}">
        <p14:creationId xmlns:p14="http://schemas.microsoft.com/office/powerpoint/2010/main" val="294166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Arrays</a:t>
            </a:r>
            <a:endParaRPr lang="en-IN" sz="3600" b="1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484909" y="1113849"/>
            <a:ext cx="1122449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PL/SQL VARRAY</a:t>
            </a:r>
          </a:p>
          <a:p>
            <a:pPr algn="just"/>
            <a:endParaRPr lang="en-US" sz="2000" noProof="1">
              <a:cs typeface="Arial"/>
            </a:endParaRPr>
          </a:p>
          <a:p>
            <a:pPr algn="just"/>
            <a:endParaRPr lang="en-US" sz="2000" noProof="1">
              <a:cs typeface="Arial"/>
            </a:endParaRPr>
          </a:p>
          <a:p>
            <a:pPr algn="just"/>
            <a:endParaRPr lang="en-US" sz="2000" noProof="1">
              <a:cs typeface="Arial"/>
            </a:endParaRPr>
          </a:p>
          <a:p>
            <a:pPr algn="just"/>
            <a:endParaRPr lang="en-US" sz="2000" noProof="1">
              <a:cs typeface="Arial"/>
            </a:endParaRPr>
          </a:p>
          <a:p>
            <a:pPr algn="just"/>
            <a:endParaRPr lang="en-US" sz="2000" noProof="1">
              <a:cs typeface="Arial"/>
            </a:endParaRPr>
          </a:p>
          <a:p>
            <a:pPr algn="just"/>
            <a:r>
              <a:rPr lang="en-US" sz="2000" b="1" noProof="1">
                <a:latin typeface="Constantia"/>
                <a:cs typeface="Arial"/>
              </a:rPr>
              <a:t>EXAMPLE OF VARRAY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DA1743-0333-0C78-8B69-E3412C5CF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990802"/>
              </p:ext>
            </p:extLst>
          </p:nvPr>
        </p:nvGraphicFramePr>
        <p:xfrm>
          <a:off x="1916545" y="2078181"/>
          <a:ext cx="8168640" cy="573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728">
                  <a:extLst>
                    <a:ext uri="{9D8B030D-6E8A-4147-A177-3AD203B41FA5}">
                      <a16:colId xmlns:a16="http://schemas.microsoft.com/office/drawing/2014/main" val="458960307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954352198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3827327008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292595360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3487219682"/>
                    </a:ext>
                  </a:extLst>
                </a:gridCol>
              </a:tblGrid>
              <a:tr h="573265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Number[1]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Constantia"/>
                        </a:rPr>
                        <a:t>Number[2]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Constantia"/>
                        </a:rPr>
                        <a:t>Number[3]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Constantia"/>
                        </a:rPr>
                        <a:t>...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Constantia"/>
                        </a:rPr>
                        <a:t>Number[n]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963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9E7B205-F868-AD53-EBF4-5096F70A032E}"/>
              </a:ext>
            </a:extLst>
          </p:cNvPr>
          <p:cNvSpPr txBox="1"/>
          <p:nvPr/>
        </p:nvSpPr>
        <p:spPr>
          <a:xfrm>
            <a:off x="1931555" y="1657350"/>
            <a:ext cx="185535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onstantia"/>
              </a:rPr>
              <a:t>First Element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E3106-5D64-BB1A-95D9-0CF966C5CD26}"/>
              </a:ext>
            </a:extLst>
          </p:cNvPr>
          <p:cNvSpPr txBox="1"/>
          <p:nvPr/>
        </p:nvSpPr>
        <p:spPr>
          <a:xfrm>
            <a:off x="8397009" y="1588077"/>
            <a:ext cx="185535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onstantia"/>
              </a:rPr>
              <a:t>Last Element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ACB7E1-4B17-6C3D-4BC7-CEEFBD2C2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682" y="3494001"/>
            <a:ext cx="6454259" cy="288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7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Arrays</a:t>
            </a:r>
            <a:endParaRPr lang="en-IN" sz="3600" b="1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484909" y="1113849"/>
            <a:ext cx="1122449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METHODS OF  COLLECTIONS TYPE</a:t>
            </a:r>
          </a:p>
          <a:p>
            <a:pPr algn="just"/>
            <a:endParaRPr lang="en-US" sz="2000" b="1" noProof="1">
              <a:latin typeface="Constantia"/>
              <a:cs typeface="Arial"/>
            </a:endParaRPr>
          </a:p>
          <a:p>
            <a:pPr algn="just"/>
            <a:endParaRPr lang="en-US" sz="2000" b="1" noProof="1">
              <a:latin typeface="Constantia"/>
              <a:cs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04EF2A-EB6A-BB8B-D56E-B8F0F17A3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517673"/>
              </p:ext>
            </p:extLst>
          </p:nvPr>
        </p:nvGraphicFramePr>
        <p:xfrm>
          <a:off x="554181" y="2193012"/>
          <a:ext cx="11083352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950">
                  <a:extLst>
                    <a:ext uri="{9D8B030D-6E8A-4147-A177-3AD203B41FA5}">
                      <a16:colId xmlns:a16="http://schemas.microsoft.com/office/drawing/2014/main" val="2738596983"/>
                    </a:ext>
                  </a:extLst>
                </a:gridCol>
                <a:gridCol w="8054402">
                  <a:extLst>
                    <a:ext uri="{9D8B030D-6E8A-4147-A177-3AD203B41FA5}">
                      <a16:colId xmlns:a16="http://schemas.microsoft.com/office/drawing/2014/main" val="3504582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METHODS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DESCRIPTION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784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EXTEND(N)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Extends the VARRAY by N elements.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785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TRIM(N)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Trims the VARRAY to N elements.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81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FIRST, LAST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FIRST returns the index of the first element and</a:t>
                      </a:r>
                    </a:p>
                    <a:p>
                      <a:pPr lv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LAST returns the index of the last element.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716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COUNT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Returns the number of elements in the VARRAY..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261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LIMIT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Returns the maximum number of elements that VARRAY can hold.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8796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EXISTS(index)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Checks if an element exists at the specified index.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022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769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Procedures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998394"/>
            <a:ext cx="11224490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PL/SQL Procedures</a:t>
            </a:r>
          </a:p>
          <a:p>
            <a:pPr marL="342900" indent="-342900" algn="just">
              <a:buFont typeface="Arial"/>
              <a:buChar char="•"/>
            </a:pP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PL/SQL sub programs are named PL/SQL blocks that can be invoked with a set of parameters.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PL/SQL provides two  kinds of sub programs.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Procedures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Functions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A Procedure is created with the </a:t>
            </a:r>
            <a:r>
              <a:rPr lang="en-US" sz="2000" b="1">
                <a:latin typeface="Constantia"/>
                <a:cs typeface="Arial"/>
              </a:rPr>
              <a:t>CREATE OR REPLACE PROCEDURE</a:t>
            </a:r>
            <a:r>
              <a:rPr lang="en-US" sz="2000">
                <a:latin typeface="Constantia"/>
                <a:cs typeface="Arial"/>
              </a:rPr>
              <a:t> statement.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These sub programs do not return any value directly; mainly used to perform an action.</a:t>
            </a:r>
          </a:p>
          <a:p>
            <a:pPr marL="457200" indent="-457200" algn="just">
              <a:buFont typeface="Arial"/>
              <a:buChar char="•"/>
            </a:pPr>
            <a:endParaRPr lang="en-US" sz="2000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SYNTAX</a:t>
            </a:r>
            <a:endParaRPr lang="en-US" sz="2000">
              <a:latin typeface="Constantia"/>
              <a:cs typeface="Arial"/>
            </a:endParaRPr>
          </a:p>
          <a:p>
            <a:pPr algn="just"/>
            <a:endParaRPr lang="en-US" sz="2000" b="1">
              <a:latin typeface="Constantia"/>
              <a:cs typeface="Arial"/>
            </a:endParaRPr>
          </a:p>
          <a:p>
            <a:pPr algn="just"/>
            <a:r>
              <a:rPr lang="en-US" sz="2000" noProof="1">
                <a:latin typeface="Constantia"/>
                <a:cs typeface="Arial"/>
              </a:rPr>
              <a:t>CREATE [OR REPLACE] PROCEDURE procedure_name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[(parameter_name [IN | OUT | IN OUT] type [, ...])]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{IS | AS}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BEGIN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      &lt;procedure_body&gt;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END procedure_name;</a:t>
            </a:r>
          </a:p>
        </p:txBody>
      </p:sp>
    </p:spTree>
    <p:extLst>
      <p:ext uri="{BB962C8B-B14F-4D97-AF65-F5344CB8AC3E}">
        <p14:creationId xmlns:p14="http://schemas.microsoft.com/office/powerpoint/2010/main" val="2093983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Procedures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From Syntax:</a:t>
            </a:r>
          </a:p>
          <a:p>
            <a:pPr marL="342900" indent="-342900" algn="just">
              <a:buFont typeface="Arial"/>
              <a:buChar char="•"/>
            </a:pP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noProof="1">
                <a:latin typeface="Constantia"/>
                <a:cs typeface="Arial"/>
              </a:rPr>
              <a:t>procedure_name</a:t>
            </a:r>
            <a:r>
              <a:rPr lang="en-US" sz="2000">
                <a:latin typeface="Constantia"/>
                <a:cs typeface="Arial"/>
              </a:rPr>
              <a:t> =  Name of the procedure</a:t>
            </a: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[OR REPLACE] = Allows the modification of an existing procedure.</a:t>
            </a: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The optional parameter list contains name, mode and types of the parameters.</a:t>
            </a:r>
          </a:p>
          <a:p>
            <a:pPr algn="just"/>
            <a:endParaRPr lang="en-US"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b="1">
                <a:latin typeface="Constantia"/>
                <a:cs typeface="Arial"/>
              </a:rPr>
              <a:t>IN </a:t>
            </a:r>
            <a:r>
              <a:rPr lang="en-US" sz="2000">
                <a:latin typeface="Constantia"/>
                <a:cs typeface="Arial"/>
              </a:rPr>
              <a:t>represents the value that be passed from outside.</a:t>
            </a:r>
            <a:endParaRPr lang="en-US">
              <a:latin typeface="Arial"/>
              <a:cs typeface="Arial"/>
            </a:endParaRP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b="1">
                <a:latin typeface="Constantia"/>
                <a:cs typeface="Arial"/>
              </a:rPr>
              <a:t>OUT</a:t>
            </a:r>
            <a:r>
              <a:rPr lang="en-US" sz="2000">
                <a:latin typeface="Constantia"/>
                <a:cs typeface="Arial"/>
              </a:rPr>
              <a:t> represents the parameter that will be used to return a value outside of the procedure.</a:t>
            </a: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Procedure-body contains the executable part.</a:t>
            </a: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The </a:t>
            </a:r>
            <a:r>
              <a:rPr lang="en-US" sz="2000" b="1">
                <a:latin typeface="Constantia"/>
                <a:cs typeface="Arial"/>
              </a:rPr>
              <a:t>AS </a:t>
            </a:r>
            <a:r>
              <a:rPr lang="en-US" sz="2000">
                <a:latin typeface="Constantia"/>
                <a:cs typeface="Arial"/>
              </a:rPr>
              <a:t>keyword is used instead of the </a:t>
            </a:r>
            <a:r>
              <a:rPr lang="en-US" sz="2000" b="1">
                <a:latin typeface="Constantia"/>
                <a:cs typeface="Arial"/>
              </a:rPr>
              <a:t>IS</a:t>
            </a:r>
            <a:r>
              <a:rPr lang="en-US" sz="2000">
                <a:latin typeface="Constantia"/>
                <a:cs typeface="Arial"/>
              </a:rPr>
              <a:t> keyword for creating a standalone procedure.</a:t>
            </a:r>
            <a:endParaRPr lang="en-US" sz="2000" b="1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722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Procedures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Executing </a:t>
            </a:r>
            <a:r>
              <a:rPr lang="en-US" sz="2400" b="1" noProof="1">
                <a:latin typeface="Constantia"/>
                <a:cs typeface="Arial"/>
              </a:rPr>
              <a:t>an </a:t>
            </a:r>
            <a:r>
              <a:rPr lang="en-US" sz="2400" b="1">
                <a:latin typeface="Constantia"/>
                <a:cs typeface="Arial"/>
              </a:rPr>
              <a:t>Standalone Procedure</a:t>
            </a:r>
          </a:p>
          <a:p>
            <a:pPr algn="just"/>
            <a:endParaRPr lang="en-US" sz="2400" b="1">
              <a:latin typeface="Constantia"/>
              <a:cs typeface="Arial"/>
            </a:endParaRPr>
          </a:p>
          <a:p>
            <a:pPr algn="just"/>
            <a:r>
              <a:rPr lang="en-US" sz="2000">
                <a:latin typeface="Constantia"/>
                <a:cs typeface="Arial"/>
              </a:rPr>
              <a:t>A Standalone procedure can be called in two ways -</a:t>
            </a:r>
            <a:endParaRPr lang="en-US" sz="2400" b="1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noProof="1">
                <a:latin typeface="Constantia"/>
                <a:cs typeface="Arial"/>
              </a:rPr>
              <a:t>Using the </a:t>
            </a:r>
            <a:r>
              <a:rPr lang="en-US" sz="2000" b="1" noProof="1">
                <a:latin typeface="Constantia"/>
                <a:cs typeface="Arial"/>
              </a:rPr>
              <a:t>EXECUTE </a:t>
            </a:r>
            <a:r>
              <a:rPr lang="en-US" sz="2000" noProof="1">
                <a:latin typeface="Constantia"/>
                <a:cs typeface="Arial"/>
              </a:rPr>
              <a:t>keyword.</a:t>
            </a:r>
            <a:endParaRPr lang="en-US"/>
          </a:p>
          <a:p>
            <a:pPr marL="457200" indent="-457200" algn="just">
              <a:buFont typeface="Arial"/>
              <a:buChar char="•"/>
            </a:pPr>
            <a:endParaRPr lang="en-US" sz="2000" noProof="1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 noProof="1">
                <a:latin typeface="Constantia"/>
                <a:cs typeface="Arial"/>
              </a:rPr>
              <a:t>Calling the name of a procedure from a PL/SQL Block.</a:t>
            </a:r>
          </a:p>
          <a:p>
            <a:pPr marL="457200" indent="-457200" algn="just">
              <a:buFont typeface="Arial"/>
              <a:buChar char="•"/>
            </a:pPr>
            <a:endParaRPr lang="en-US" sz="2000" noProof="1">
              <a:latin typeface="Constantia"/>
              <a:cs typeface="Arial"/>
            </a:endParaRPr>
          </a:p>
          <a:p>
            <a:pPr algn="just"/>
            <a:r>
              <a:rPr lang="en-US" sz="2000" b="1" noProof="1">
                <a:latin typeface="Constantia"/>
                <a:cs typeface="Arial"/>
              </a:rPr>
              <a:t>SYNTAX: </a:t>
            </a:r>
            <a:r>
              <a:rPr lang="en-US" sz="2000" noProof="1">
                <a:latin typeface="Constantia"/>
                <a:cs typeface="Arial"/>
              </a:rPr>
              <a:t>EXECUTE procedure_name;</a:t>
            </a:r>
            <a:endParaRPr lang="en-US"/>
          </a:p>
          <a:p>
            <a:pPr marL="457200" indent="-457200" algn="just">
              <a:buFont typeface="Arial"/>
              <a:buChar char="•"/>
            </a:pPr>
            <a:endParaRPr lang="en-US" sz="2000" noProof="1">
              <a:latin typeface="Constantia"/>
              <a:cs typeface="Arial"/>
            </a:endParaRPr>
          </a:p>
          <a:p>
            <a:pPr algn="just"/>
            <a:r>
              <a:rPr lang="en-US" sz="2400" b="1" noProof="1">
                <a:latin typeface="Constantia"/>
                <a:cs typeface="Arial"/>
              </a:rPr>
              <a:t>Deleting an Standalone Procedure</a:t>
            </a:r>
            <a:endParaRPr lang="en-US" sz="2400" noProof="1">
              <a:latin typeface="Constantia"/>
              <a:cs typeface="Arial"/>
            </a:endParaRPr>
          </a:p>
          <a:p>
            <a:pPr algn="just"/>
            <a:endParaRPr lang="en-US" sz="2400" noProof="1">
              <a:latin typeface="Constantia"/>
              <a:cs typeface="Arial"/>
            </a:endParaRPr>
          </a:p>
          <a:p>
            <a:pPr algn="just"/>
            <a:r>
              <a:rPr lang="en-US" sz="2000" noProof="1">
                <a:latin typeface="Constantia"/>
                <a:cs typeface="Arial"/>
              </a:rPr>
              <a:t>A Standalone procedure is deleted with the </a:t>
            </a:r>
            <a:r>
              <a:rPr lang="en-US" sz="2000" b="1" noProof="1">
                <a:latin typeface="Constantia"/>
                <a:cs typeface="Arial"/>
              </a:rPr>
              <a:t>DROP PROCEDURE </a:t>
            </a:r>
            <a:r>
              <a:rPr lang="en-US" sz="2000" noProof="1">
                <a:latin typeface="Constantia"/>
                <a:cs typeface="Arial"/>
              </a:rPr>
              <a:t>statement -</a:t>
            </a:r>
          </a:p>
          <a:p>
            <a:pPr marL="342900" indent="-342900" algn="just">
              <a:buFont typeface="Arial,Sans-Serif"/>
              <a:buChar char="•"/>
            </a:pPr>
            <a:endParaRPr lang="en-US" sz="2400" noProof="1">
              <a:latin typeface="Constantia"/>
              <a:cs typeface="Arial"/>
            </a:endParaRPr>
          </a:p>
          <a:p>
            <a:pPr algn="just"/>
            <a:r>
              <a:rPr lang="en-US" sz="2000" b="1" noProof="1">
                <a:latin typeface="Constantia"/>
                <a:cs typeface="Arial"/>
              </a:rPr>
              <a:t>SYNTAX: </a:t>
            </a:r>
            <a:r>
              <a:rPr lang="en-US" sz="2000" noProof="1">
                <a:latin typeface="Constantia"/>
                <a:cs typeface="Arial"/>
              </a:rPr>
              <a:t>DROP PROCEUDRE procedure_name;</a:t>
            </a:r>
          </a:p>
        </p:txBody>
      </p:sp>
    </p:spTree>
    <p:extLst>
      <p:ext uri="{BB962C8B-B14F-4D97-AF65-F5344CB8AC3E}">
        <p14:creationId xmlns:p14="http://schemas.microsoft.com/office/powerpoint/2010/main" val="1467075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Cursors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PL/SQL Cursors</a:t>
            </a:r>
            <a:endParaRPr lang="en-US" sz="20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Oracle creates a memory area,  known as context area, for processing an SQL Statement, which contains all the information needed for processing the statement; for example, the number of rows processed, etc.</a:t>
            </a:r>
            <a:endParaRPr lang="en-US"/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A Cursor is a pointer to this context area. PL/SQL Controls the context area through this cursor.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A Cursor holds the rows returned by SQL Statement.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The Set of rows the cursor holds is referred to as the active set.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You can name a cursor so that it could be referred to in a program to fetch and process the rows.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There are two types of cursors</a:t>
            </a: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Implicit Cursors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Explicit Cursors</a:t>
            </a:r>
          </a:p>
        </p:txBody>
      </p:sp>
    </p:spTree>
    <p:extLst>
      <p:ext uri="{BB962C8B-B14F-4D97-AF65-F5344CB8AC3E}">
        <p14:creationId xmlns:p14="http://schemas.microsoft.com/office/powerpoint/2010/main" val="39764785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Cursors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Declaring the cursor</a:t>
            </a:r>
            <a:endParaRPr lang="en-US">
              <a:cs typeface="Arial"/>
            </a:endParaRPr>
          </a:p>
          <a:p>
            <a:pPr algn="just"/>
            <a:endParaRPr lang="en-US" sz="2000">
              <a:latin typeface="Constantia"/>
              <a:cs typeface="Arial"/>
            </a:endParaRPr>
          </a:p>
          <a:p>
            <a:pPr algn="just"/>
            <a:r>
              <a:rPr lang="en-US" sz="2000" noProof="1">
                <a:latin typeface="Constantia"/>
                <a:cs typeface="Arial"/>
              </a:rPr>
              <a:t>CURSOR c_customers IS SELECT id,name,address FROM CUSTOMERS;</a:t>
            </a:r>
          </a:p>
          <a:p>
            <a:pPr algn="just"/>
            <a:endParaRPr lang="en-US" sz="2000" noProof="1">
              <a:latin typeface="Constantia"/>
              <a:cs typeface="Arial"/>
            </a:endParaRPr>
          </a:p>
          <a:p>
            <a:pPr algn="just"/>
            <a:r>
              <a:rPr lang="en-US" sz="2400" b="1" noProof="1">
                <a:latin typeface="Constantia"/>
                <a:cs typeface="Arial"/>
              </a:rPr>
              <a:t>Opening the cursor</a:t>
            </a:r>
            <a:endParaRPr lang="en-US" sz="2400" noProof="1">
              <a:latin typeface="Constantia"/>
              <a:cs typeface="Arial"/>
            </a:endParaRPr>
          </a:p>
          <a:p>
            <a:pPr algn="just"/>
            <a:endParaRPr lang="en-US" sz="2000" noProof="1">
              <a:latin typeface="Constantia"/>
              <a:cs typeface="Arial"/>
            </a:endParaRPr>
          </a:p>
          <a:p>
            <a:pPr algn="just"/>
            <a:r>
              <a:rPr lang="en-US" sz="2000" noProof="1">
                <a:latin typeface="Constantia"/>
                <a:cs typeface="Arial"/>
              </a:rPr>
              <a:t>OPEN c_customers;</a:t>
            </a:r>
          </a:p>
          <a:p>
            <a:pPr algn="just"/>
            <a:endParaRPr lang="en-US" sz="2000" noProof="1">
              <a:latin typeface="Constantia"/>
              <a:cs typeface="Arial"/>
            </a:endParaRPr>
          </a:p>
          <a:p>
            <a:pPr algn="just"/>
            <a:r>
              <a:rPr lang="en-US" sz="2400" b="1" noProof="1">
                <a:latin typeface="Constantia"/>
                <a:cs typeface="Arial"/>
              </a:rPr>
              <a:t>Fetching the cursor</a:t>
            </a:r>
            <a:endParaRPr lang="en-US" sz="2400" noProof="1">
              <a:latin typeface="Constantia"/>
              <a:cs typeface="Arial"/>
            </a:endParaRPr>
          </a:p>
          <a:p>
            <a:pPr algn="just"/>
            <a:endParaRPr lang="en-US" sz="2000" noProof="1">
              <a:latin typeface="Constantia"/>
              <a:cs typeface="Arial"/>
            </a:endParaRPr>
          </a:p>
          <a:p>
            <a:pPr algn="just"/>
            <a:r>
              <a:rPr lang="en-US" sz="2000" noProof="1">
                <a:latin typeface="Constantia"/>
                <a:cs typeface="Arial"/>
              </a:rPr>
              <a:t>FETCH c_customers INTO c_id, c_name, c_address;</a:t>
            </a:r>
            <a:endParaRPr lang="en-US" sz="2400" noProof="1">
              <a:latin typeface="Constantia"/>
              <a:cs typeface="Arial"/>
            </a:endParaRPr>
          </a:p>
          <a:p>
            <a:pPr algn="just"/>
            <a:endParaRPr lang="en-US" sz="2400" b="1" noProof="1">
              <a:latin typeface="Constantia"/>
              <a:cs typeface="Arial"/>
            </a:endParaRPr>
          </a:p>
          <a:p>
            <a:pPr algn="just"/>
            <a:r>
              <a:rPr lang="en-US" sz="2400" b="1" noProof="1">
                <a:latin typeface="Constantia"/>
                <a:cs typeface="Arial"/>
              </a:rPr>
              <a:t>Closing the cursor</a:t>
            </a:r>
            <a:endParaRPr lang="en-US" sz="2400" noProof="1">
              <a:latin typeface="Constantia"/>
              <a:cs typeface="Arial"/>
            </a:endParaRPr>
          </a:p>
          <a:p>
            <a:pPr algn="just"/>
            <a:endParaRPr lang="en-US" sz="2000" noProof="1">
              <a:latin typeface="Constantia"/>
              <a:cs typeface="Arial"/>
            </a:endParaRPr>
          </a:p>
          <a:p>
            <a:pPr algn="just"/>
            <a:r>
              <a:rPr lang="en-US" sz="2000" noProof="1">
                <a:latin typeface="Constantia"/>
                <a:cs typeface="Arial"/>
              </a:rPr>
              <a:t> CLOSE c_customers;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19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Cursors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Implicit Cursors</a:t>
            </a: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Implicit Cursors are automatically created by oracle whenever an </a:t>
            </a:r>
            <a:r>
              <a:rPr lang="en-US" sz="2000" err="1">
                <a:latin typeface="Constantia"/>
                <a:cs typeface="Arial"/>
              </a:rPr>
              <a:t>sql</a:t>
            </a:r>
            <a:r>
              <a:rPr lang="en-US" sz="2000">
                <a:latin typeface="Constantia"/>
                <a:cs typeface="Arial"/>
              </a:rPr>
              <a:t> statement is executed. Programmers cannot control these implicit cursors.</a:t>
            </a: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Whenever an DML statement (INSERT, UPDATE AND DELETE) is issued, an implicit cursor associated with these queries.</a:t>
            </a:r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For INSERT, cursor holds the data that needs to be inserted and for UPDATE, DELETE cursor holds the number of records affected.</a:t>
            </a:r>
          </a:p>
          <a:p>
            <a:pPr marL="457200" indent="-457200" algn="just">
              <a:buFontTx/>
              <a:buAutoNum type="arabicPeriod"/>
            </a:pPr>
            <a:r>
              <a:rPr lang="en-US" sz="2000">
                <a:latin typeface="Constantia"/>
                <a:cs typeface="Arial"/>
              </a:rPr>
              <a:t>You can refer the most recent implicit cursor as the </a:t>
            </a:r>
            <a:r>
              <a:rPr lang="en-US" sz="2000" b="1">
                <a:latin typeface="Constantia"/>
                <a:cs typeface="Arial"/>
              </a:rPr>
              <a:t>SQL Cursor, </a:t>
            </a:r>
            <a:r>
              <a:rPr lang="en-US" sz="2000">
                <a:latin typeface="Constantia"/>
                <a:cs typeface="Arial"/>
              </a:rPr>
              <a:t>which is always has attributes.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896A68-8290-D7A2-9E81-9FD2AEC06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422618"/>
              </p:ext>
            </p:extLst>
          </p:nvPr>
        </p:nvGraphicFramePr>
        <p:xfrm>
          <a:off x="773545" y="3821545"/>
          <a:ext cx="11083333" cy="269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3499700733"/>
                    </a:ext>
                  </a:extLst>
                </a:gridCol>
                <a:gridCol w="8721133">
                  <a:extLst>
                    <a:ext uri="{9D8B030D-6E8A-4147-A177-3AD203B41FA5}">
                      <a16:colId xmlns:a16="http://schemas.microsoft.com/office/drawing/2014/main" val="1256423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Attributes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Description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13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%FOUND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Returns True if DML commands affect one or more rows or SELECT INTO statement also.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24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%NOTFOUND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The logical opposite of %FOUND attribute.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00527"/>
                  </a:ext>
                </a:extLst>
              </a:tr>
              <a:tr h="80318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%ISOPEN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Always returns false for implicit cursors, because oracle close cursor after executing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onstantia"/>
                        </a:rPr>
                        <a:t>sql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 statements.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47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%ROWCOUNT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onstantia"/>
                        </a:rPr>
                        <a:t>Returns number of rows affected by INSERT, UPDATE AND DELETE.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277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056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Cursors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1206212"/>
            <a:ext cx="11224490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Explicit Cursors</a:t>
            </a:r>
            <a:endParaRPr lang="en-US" sz="200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Explicit Cursors are programmer-defined cursors for gaining more control over the </a:t>
            </a:r>
            <a:r>
              <a:rPr lang="en-US" sz="2000" b="1">
                <a:latin typeface="Constantia"/>
                <a:cs typeface="Arial"/>
              </a:rPr>
              <a:t>context area</a:t>
            </a:r>
            <a:r>
              <a:rPr lang="en-US" sz="2000">
                <a:latin typeface="Constantia"/>
                <a:cs typeface="Arial"/>
              </a:rPr>
              <a:t>.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An explicit cursor should be defined in a declaration section of the PL/SQL block.</a:t>
            </a:r>
          </a:p>
          <a:p>
            <a:pPr marL="457200" indent="-457200" algn="just">
              <a:buAutoNum type="arabicPeriod"/>
            </a:pPr>
            <a:r>
              <a:rPr lang="en-US" sz="2000">
                <a:latin typeface="Constantia"/>
                <a:cs typeface="Arial"/>
              </a:rPr>
              <a:t>It is created on SELECT statement which returns more than one row.</a:t>
            </a:r>
          </a:p>
          <a:p>
            <a:pPr marL="457200" indent="-457200" algn="just">
              <a:buAutoNum type="arabicPeriod"/>
            </a:pPr>
            <a:endParaRPr lang="en-US" sz="2000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SYNTAX</a:t>
            </a:r>
            <a:endParaRPr lang="en-US" sz="2000">
              <a:latin typeface="Constantia"/>
              <a:cs typeface="Arial"/>
            </a:endParaRPr>
          </a:p>
          <a:p>
            <a:pPr algn="just"/>
            <a:endParaRPr lang="en-US" sz="2000" b="1">
              <a:latin typeface="Constantia"/>
              <a:cs typeface="Arial"/>
            </a:endParaRPr>
          </a:p>
          <a:p>
            <a:r>
              <a:rPr lang="en-US" sz="2000" noProof="1">
                <a:latin typeface="Constantia"/>
                <a:cs typeface="Arial"/>
              </a:rPr>
              <a:t>CURSOR cursor_name IS select_statement;</a:t>
            </a:r>
          </a:p>
          <a:p>
            <a:endParaRPr lang="en-US" sz="2000" noProof="1">
              <a:latin typeface="Constantia"/>
              <a:cs typeface="Arial"/>
            </a:endParaRPr>
          </a:p>
          <a:p>
            <a:r>
              <a:rPr lang="en-US" sz="2000" b="1" noProof="1">
                <a:latin typeface="Constantia"/>
                <a:cs typeface="Arial"/>
              </a:rPr>
              <a:t>Working with Explicit Cursor includes the following steps:</a:t>
            </a:r>
            <a:endParaRPr lang="en-US" sz="2000" noProof="1">
              <a:latin typeface="Constantia"/>
              <a:cs typeface="Arial"/>
            </a:endParaRPr>
          </a:p>
          <a:p>
            <a:endParaRPr lang="en-US" sz="2000" b="1" noProof="1">
              <a:latin typeface="Constantia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noProof="1">
                <a:latin typeface="Constantia"/>
                <a:cs typeface="Arial"/>
              </a:rPr>
              <a:t>Declaring the cursor for initializing the memory.</a:t>
            </a:r>
          </a:p>
          <a:p>
            <a:pPr marL="457200" indent="-457200">
              <a:buAutoNum type="arabicPeriod"/>
            </a:pPr>
            <a:r>
              <a:rPr lang="en-US" sz="2000" noProof="1">
                <a:latin typeface="Constantia"/>
                <a:cs typeface="Arial"/>
              </a:rPr>
              <a:t>Opening the cursor for allocating the memory.</a:t>
            </a:r>
          </a:p>
          <a:p>
            <a:pPr marL="457200" indent="-457200">
              <a:buAutoNum type="arabicPeriod"/>
            </a:pPr>
            <a:r>
              <a:rPr lang="en-US" sz="2000" noProof="1">
                <a:latin typeface="Constantia"/>
                <a:cs typeface="Arial"/>
              </a:rPr>
              <a:t>Fetching the cursor for retrieving the data.</a:t>
            </a:r>
          </a:p>
          <a:p>
            <a:pPr marL="457200" indent="-457200">
              <a:buAutoNum type="arabicPeriod"/>
            </a:pPr>
            <a:r>
              <a:rPr lang="en-US" sz="2000" noProof="1">
                <a:latin typeface="Constantia"/>
                <a:cs typeface="Arial"/>
              </a:rPr>
              <a:t>Closing the cursor to release the allocated memory.</a:t>
            </a:r>
          </a:p>
        </p:txBody>
      </p:sp>
    </p:spTree>
    <p:extLst>
      <p:ext uri="{BB962C8B-B14F-4D97-AF65-F5344CB8AC3E}">
        <p14:creationId xmlns:p14="http://schemas.microsoft.com/office/powerpoint/2010/main" val="3551398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Functions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565727" y="998394"/>
            <a:ext cx="11224490" cy="53860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PL/SQL Functions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Functions is a standalone PL/SQL subprogram.</a:t>
            </a:r>
            <a:endParaRPr lang="en-US" sz="2000" b="1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Like PL/SQL procedure, functions have a unique name by which it can be referred.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These are stored as PL/SQL database objects.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The main difference between procedure and function is that a function  must return a value, and on other hand a procedure may or may not return a value.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000">
                <a:latin typeface="Constantia"/>
                <a:cs typeface="Arial"/>
              </a:rPr>
              <a:t>If you want to remove your created function from the database, you should use the following syntax: </a:t>
            </a:r>
            <a:r>
              <a:rPr lang="en-US" sz="2000" b="1">
                <a:latin typeface="Constantia"/>
                <a:cs typeface="Arial"/>
              </a:rPr>
              <a:t>DROP FUNCTION </a:t>
            </a:r>
            <a:r>
              <a:rPr lang="en-US" sz="2000" b="1" noProof="1">
                <a:latin typeface="Constantia"/>
                <a:cs typeface="Arial"/>
              </a:rPr>
              <a:t>function_name.</a:t>
            </a:r>
          </a:p>
          <a:p>
            <a:pPr marL="342900" indent="-342900" algn="just">
              <a:buFont typeface="Arial"/>
              <a:buChar char="•"/>
            </a:pPr>
            <a:endParaRPr lang="en-US" sz="2000" b="1" noProof="1">
              <a:latin typeface="Constantia"/>
              <a:cs typeface="Arial"/>
            </a:endParaRPr>
          </a:p>
          <a:p>
            <a:pPr algn="just"/>
            <a:r>
              <a:rPr lang="en-US" sz="2000" b="1">
                <a:latin typeface="Constantia"/>
                <a:cs typeface="Arial"/>
              </a:rPr>
              <a:t>SYNTAX</a:t>
            </a:r>
            <a:endParaRPr lang="en-US" sz="2000">
              <a:latin typeface="Constantia"/>
              <a:cs typeface="Arial"/>
            </a:endParaRPr>
          </a:p>
          <a:p>
            <a:pPr algn="just"/>
            <a:r>
              <a:rPr lang="en-US" sz="2000" noProof="1">
                <a:latin typeface="Constantia"/>
                <a:cs typeface="Arial"/>
              </a:rPr>
              <a:t>CREATE [OR REPLACE] FUNCTION function_name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[(parameter_name [IN | OUT | IN OUT] type [, ...])]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{IS | AS}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&lt;declaration_part&gt;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BEGIN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      &lt;execution_part&gt;</a:t>
            </a:r>
          </a:p>
          <a:p>
            <a:pPr algn="just"/>
            <a:r>
              <a:rPr lang="en-US" sz="2000" noProof="1">
                <a:latin typeface="Constantia"/>
                <a:cs typeface="Arial"/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2713982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Constantia"/>
                <a:cs typeface="Arial"/>
              </a:rPr>
              <a:t>Thank You</a:t>
            </a:r>
            <a:endParaRPr lang="en-US" sz="480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939489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CS Template 2012 (Arial)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Brown 100%">
      <a:srgbClr val="974807"/>
    </a:custClr>
    <a:custClr name="TCS Brown 70%">
      <a:srgbClr val="C07F51"/>
    </a:custClr>
    <a:custClr name="TCS Brown 50%">
      <a:srgbClr val="D5A380"/>
    </a:custClr>
    <a:custClr name="TCS Brown 30%">
      <a:srgbClr val="E6C8B3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36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office theme</vt:lpstr>
      <vt:lpstr>TCS Template 2012 (Arial)</vt:lpstr>
      <vt:lpstr>PL/SQL</vt:lpstr>
      <vt:lpstr>AGENDA</vt:lpstr>
      <vt:lpstr>PL/SQL Introduction</vt:lpstr>
      <vt:lpstr>PL/SQL Introduction</vt:lpstr>
      <vt:lpstr>PL/SQL Environment</vt:lpstr>
      <vt:lpstr>WHY PL/SQL?</vt:lpstr>
      <vt:lpstr>Basic Syntax</vt:lpstr>
      <vt:lpstr>Basic Syntax</vt:lpstr>
      <vt:lpstr>Basic Syntax</vt:lpstr>
      <vt:lpstr>Data Types</vt:lpstr>
      <vt:lpstr>Data Types</vt:lpstr>
      <vt:lpstr>Data Types</vt:lpstr>
      <vt:lpstr>Data Types</vt:lpstr>
      <vt:lpstr>Data Types</vt:lpstr>
      <vt:lpstr>Data Types</vt:lpstr>
      <vt:lpstr>User Defined Data Types</vt:lpstr>
      <vt:lpstr>Variables</vt:lpstr>
      <vt:lpstr>Variables</vt:lpstr>
      <vt:lpstr>Operators</vt:lpstr>
      <vt:lpstr>Operators</vt:lpstr>
      <vt:lpstr>Control Statements</vt:lpstr>
      <vt:lpstr>Loops</vt:lpstr>
      <vt:lpstr>Loops</vt:lpstr>
      <vt:lpstr>Strings</vt:lpstr>
      <vt:lpstr>Arrays</vt:lpstr>
      <vt:lpstr>Arrays</vt:lpstr>
      <vt:lpstr>Arrays</vt:lpstr>
      <vt:lpstr>Procedures</vt:lpstr>
      <vt:lpstr>Procedures</vt:lpstr>
      <vt:lpstr>Procedures</vt:lpstr>
      <vt:lpstr>Cursors</vt:lpstr>
      <vt:lpstr>Cursors</vt:lpstr>
      <vt:lpstr>Cursors</vt:lpstr>
      <vt:lpstr>Cursors</vt:lpstr>
      <vt:lpstr>Functions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233</cp:revision>
  <dcterms:created xsi:type="dcterms:W3CDTF">2023-10-04T10:15:38Z</dcterms:created>
  <dcterms:modified xsi:type="dcterms:W3CDTF">2025-07-04T01:03:23Z</dcterms:modified>
</cp:coreProperties>
</file>