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2bef898f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2bef898f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2bef898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2bef898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2bef898f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2bef898f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2bef898f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2bef898f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2bef898f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2bef898f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2bef898f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2bef898f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2bef898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2bef898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2bef898f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2bef898f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2bef898f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2bef898f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bef898f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2bef898f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2bef898f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f2bef898f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2bef898f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2bef898f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bef898f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2bef898f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